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Lst>
  <p:sldSz cx="21031200" cy="301752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amees A Hamid" initials="LAH" lastIdx="0" clrIdx="0">
    <p:extLst>
      <p:ext uri="{19B8F6BF-5375-455C-9EA6-DF929625EA0E}">
        <p15:presenceInfo xmlns:p15="http://schemas.microsoft.com/office/powerpoint/2012/main" userId="S-1-5-21-165702141-2018272537-928725530-9290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8C51"/>
    <a:srgbClr val="FA7832"/>
    <a:srgbClr val="EB7525"/>
    <a:srgbClr val="FF9933"/>
    <a:srgbClr val="FA9614"/>
    <a:srgbClr val="BA160C"/>
    <a:srgbClr val="F18433"/>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F1D56D-DE09-4706-A6D6-21AAA8972AEE}" v="18" dt="2024-04-21T08:56:55.7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2562" autoAdjust="0"/>
    <p:restoredTop sz="94660"/>
  </p:normalViewPr>
  <p:slideViewPr>
    <p:cSldViewPr snapToGrid="0">
      <p:cViewPr varScale="1">
        <p:scale>
          <a:sx n="14" d="100"/>
          <a:sy n="14" d="100"/>
        </p:scale>
        <p:origin x="920" y="7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commentAuthors" Target="commentAuthors.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ra  Ghali" userId="c1210d84-7cbd-4a49-afb3-6887847a3a4a" providerId="ADAL" clId="{C5F1D56D-DE09-4706-A6D6-21AAA8972AEE}"/>
    <pc:docChg chg="undo custSel modSld">
      <pc:chgData name="Sarra  Ghali" userId="c1210d84-7cbd-4a49-afb3-6887847a3a4a" providerId="ADAL" clId="{C5F1D56D-DE09-4706-A6D6-21AAA8972AEE}" dt="2024-04-21T09:02:46.074" v="238" actId="14100"/>
      <pc:docMkLst>
        <pc:docMk/>
      </pc:docMkLst>
      <pc:sldChg chg="addSp delSp modSp mod">
        <pc:chgData name="Sarra  Ghali" userId="c1210d84-7cbd-4a49-afb3-6887847a3a4a" providerId="ADAL" clId="{C5F1D56D-DE09-4706-A6D6-21AAA8972AEE}" dt="2024-04-21T09:02:46.074" v="238" actId="14100"/>
        <pc:sldMkLst>
          <pc:docMk/>
          <pc:sldMk cId="1167752386" sldId="258"/>
        </pc:sldMkLst>
        <pc:spChg chg="add mod">
          <ac:chgData name="Sarra  Ghali" userId="c1210d84-7cbd-4a49-afb3-6887847a3a4a" providerId="ADAL" clId="{C5F1D56D-DE09-4706-A6D6-21AAA8972AEE}" dt="2024-04-20T17:02:22.943" v="230" actId="1076"/>
          <ac:spMkLst>
            <pc:docMk/>
            <pc:sldMk cId="1167752386" sldId="258"/>
            <ac:spMk id="2" creationId="{650A0138-D70D-D953-3B01-0AEBC86205DC}"/>
          </ac:spMkLst>
        </pc:spChg>
        <pc:spChg chg="mod">
          <ac:chgData name="Sarra  Ghali" userId="c1210d84-7cbd-4a49-afb3-6887847a3a4a" providerId="ADAL" clId="{C5F1D56D-DE09-4706-A6D6-21AAA8972AEE}" dt="2024-04-17T17:01:13.105" v="42" actId="13900"/>
          <ac:spMkLst>
            <pc:docMk/>
            <pc:sldMk cId="1167752386" sldId="258"/>
            <ac:spMk id="5" creationId="{00000000-0000-0000-0000-000000000000}"/>
          </ac:spMkLst>
        </pc:spChg>
        <pc:spChg chg="mod">
          <ac:chgData name="Sarra  Ghali" userId="c1210d84-7cbd-4a49-afb3-6887847a3a4a" providerId="ADAL" clId="{C5F1D56D-DE09-4706-A6D6-21AAA8972AEE}" dt="2024-04-21T08:48:45.736" v="232" actId="404"/>
          <ac:spMkLst>
            <pc:docMk/>
            <pc:sldMk cId="1167752386" sldId="258"/>
            <ac:spMk id="9" creationId="{7EDD6D25-6454-4557-BF9B-009F48358C96}"/>
          </ac:spMkLst>
        </pc:spChg>
        <pc:spChg chg="add mod">
          <ac:chgData name="Sarra  Ghali" userId="c1210d84-7cbd-4a49-afb3-6887847a3a4a" providerId="ADAL" clId="{C5F1D56D-DE09-4706-A6D6-21AAA8972AEE}" dt="2024-04-21T08:56:54.820" v="237"/>
          <ac:spMkLst>
            <pc:docMk/>
            <pc:sldMk cId="1167752386" sldId="258"/>
            <ac:spMk id="10" creationId="{D7579582-64B9-AE09-99BC-21A89B11660E}"/>
          </ac:spMkLst>
        </pc:spChg>
        <pc:spChg chg="add mod">
          <ac:chgData name="Sarra  Ghali" userId="c1210d84-7cbd-4a49-afb3-6887847a3a4a" providerId="ADAL" clId="{C5F1D56D-DE09-4706-A6D6-21AAA8972AEE}" dt="2024-04-20T11:00:43.953" v="195" actId="1076"/>
          <ac:spMkLst>
            <pc:docMk/>
            <pc:sldMk cId="1167752386" sldId="258"/>
            <ac:spMk id="12" creationId="{7E36A24C-A447-A8AB-847A-AABE0E1181C4}"/>
          </ac:spMkLst>
        </pc:spChg>
        <pc:spChg chg="del">
          <ac:chgData name="Sarra  Ghali" userId="c1210d84-7cbd-4a49-afb3-6887847a3a4a" providerId="ADAL" clId="{C5F1D56D-DE09-4706-A6D6-21AAA8972AEE}" dt="2024-04-17T19:38:46.973" v="109" actId="478"/>
          <ac:spMkLst>
            <pc:docMk/>
            <pc:sldMk cId="1167752386" sldId="258"/>
            <ac:spMk id="13" creationId="{120F0BED-B197-4513-AD19-DD501A065827}"/>
          </ac:spMkLst>
        </pc:spChg>
        <pc:spChg chg="add mod">
          <ac:chgData name="Sarra  Ghali" userId="c1210d84-7cbd-4a49-afb3-6887847a3a4a" providerId="ADAL" clId="{C5F1D56D-DE09-4706-A6D6-21AAA8972AEE}" dt="2024-04-21T08:56:54.820" v="237"/>
          <ac:spMkLst>
            <pc:docMk/>
            <pc:sldMk cId="1167752386" sldId="258"/>
            <ac:spMk id="13" creationId="{FAA75B3A-495A-C313-FE15-5B2D8FB87E34}"/>
          </ac:spMkLst>
        </pc:spChg>
        <pc:spChg chg="add mod">
          <ac:chgData name="Sarra  Ghali" userId="c1210d84-7cbd-4a49-afb3-6887847a3a4a" providerId="ADAL" clId="{C5F1D56D-DE09-4706-A6D6-21AAA8972AEE}" dt="2024-04-20T11:00:43.953" v="195" actId="1076"/>
          <ac:spMkLst>
            <pc:docMk/>
            <pc:sldMk cId="1167752386" sldId="258"/>
            <ac:spMk id="14" creationId="{BA0CC1E0-DCCC-F263-9FEA-41D79741E90F}"/>
          </ac:spMkLst>
        </pc:spChg>
        <pc:spChg chg="add">
          <ac:chgData name="Sarra  Ghali" userId="c1210d84-7cbd-4a49-afb3-6887847a3a4a" providerId="ADAL" clId="{C5F1D56D-DE09-4706-A6D6-21AAA8972AEE}" dt="2024-04-17T20:13:25.764" v="126"/>
          <ac:spMkLst>
            <pc:docMk/>
            <pc:sldMk cId="1167752386" sldId="258"/>
            <ac:spMk id="15" creationId="{B93CCE07-C424-17BA-257A-9667F185E742}"/>
          </ac:spMkLst>
        </pc:spChg>
        <pc:spChg chg="mod">
          <ac:chgData name="Sarra  Ghali" userId="c1210d84-7cbd-4a49-afb3-6887847a3a4a" providerId="ADAL" clId="{C5F1D56D-DE09-4706-A6D6-21AAA8972AEE}" dt="2024-04-17T17:00:47.013" v="37" actId="13900"/>
          <ac:spMkLst>
            <pc:docMk/>
            <pc:sldMk cId="1167752386" sldId="258"/>
            <ac:spMk id="21" creationId="{00000000-0000-0000-0000-000000000000}"/>
          </ac:spMkLst>
        </pc:spChg>
        <pc:spChg chg="mod">
          <ac:chgData name="Sarra  Ghali" userId="c1210d84-7cbd-4a49-afb3-6887847a3a4a" providerId="ADAL" clId="{C5F1D56D-DE09-4706-A6D6-21AAA8972AEE}" dt="2024-04-17T17:01:01.774" v="40" actId="13900"/>
          <ac:spMkLst>
            <pc:docMk/>
            <pc:sldMk cId="1167752386" sldId="258"/>
            <ac:spMk id="22" creationId="{00000000-0000-0000-0000-000000000000}"/>
          </ac:spMkLst>
        </pc:spChg>
        <pc:spChg chg="mod">
          <ac:chgData name="Sarra  Ghali" userId="c1210d84-7cbd-4a49-afb3-6887847a3a4a" providerId="ADAL" clId="{C5F1D56D-DE09-4706-A6D6-21AAA8972AEE}" dt="2024-04-17T17:01:16.812" v="43" actId="13900"/>
          <ac:spMkLst>
            <pc:docMk/>
            <pc:sldMk cId="1167752386" sldId="258"/>
            <ac:spMk id="30" creationId="{00000000-0000-0000-0000-000000000000}"/>
          </ac:spMkLst>
        </pc:spChg>
        <pc:spChg chg="mod">
          <ac:chgData name="Sarra  Ghali" userId="c1210d84-7cbd-4a49-afb3-6887847a3a4a" providerId="ADAL" clId="{C5F1D56D-DE09-4706-A6D6-21AAA8972AEE}" dt="2024-04-21T08:55:52.464" v="236" actId="13926"/>
          <ac:spMkLst>
            <pc:docMk/>
            <pc:sldMk cId="1167752386" sldId="258"/>
            <ac:spMk id="32" creationId="{00000000-0000-0000-0000-000000000000}"/>
          </ac:spMkLst>
        </pc:spChg>
        <pc:spChg chg="mod">
          <ac:chgData name="Sarra  Ghali" userId="c1210d84-7cbd-4a49-afb3-6887847a3a4a" providerId="ADAL" clId="{C5F1D56D-DE09-4706-A6D6-21AAA8972AEE}" dt="2024-04-17T19:44:06.498" v="119" actId="14100"/>
          <ac:spMkLst>
            <pc:docMk/>
            <pc:sldMk cId="1167752386" sldId="258"/>
            <ac:spMk id="33" creationId="{00000000-0000-0000-0000-000000000000}"/>
          </ac:spMkLst>
        </pc:spChg>
        <pc:spChg chg="add del mod">
          <ac:chgData name="Sarra  Ghali" userId="c1210d84-7cbd-4a49-afb3-6887847a3a4a" providerId="ADAL" clId="{C5F1D56D-DE09-4706-A6D6-21AAA8972AEE}" dt="2024-04-17T19:43:56.140" v="117" actId="1076"/>
          <ac:spMkLst>
            <pc:docMk/>
            <pc:sldMk cId="1167752386" sldId="258"/>
            <ac:spMk id="34" creationId="{00000000-0000-0000-0000-000000000000}"/>
          </ac:spMkLst>
        </pc:spChg>
        <pc:spChg chg="mod">
          <ac:chgData name="Sarra  Ghali" userId="c1210d84-7cbd-4a49-afb3-6887847a3a4a" providerId="ADAL" clId="{C5F1D56D-DE09-4706-A6D6-21AAA8972AEE}" dt="2024-04-17T19:44:22.654" v="121" actId="27107"/>
          <ac:spMkLst>
            <pc:docMk/>
            <pc:sldMk cId="1167752386" sldId="258"/>
            <ac:spMk id="36" creationId="{00000000-0000-0000-0000-000000000000}"/>
          </ac:spMkLst>
        </pc:spChg>
        <pc:spChg chg="del mod">
          <ac:chgData name="Sarra  Ghali" userId="c1210d84-7cbd-4a49-afb3-6887847a3a4a" providerId="ADAL" clId="{C5F1D56D-DE09-4706-A6D6-21AAA8972AEE}" dt="2024-04-17T20:13:24.108" v="125" actId="478"/>
          <ac:spMkLst>
            <pc:docMk/>
            <pc:sldMk cId="1167752386" sldId="258"/>
            <ac:spMk id="37" creationId="{00000000-0000-0000-0000-000000000000}"/>
          </ac:spMkLst>
        </pc:spChg>
        <pc:spChg chg="del">
          <ac:chgData name="Sarra  Ghali" userId="c1210d84-7cbd-4a49-afb3-6887847a3a4a" providerId="ADAL" clId="{C5F1D56D-DE09-4706-A6D6-21AAA8972AEE}" dt="2024-04-17T19:34:26.924" v="52" actId="478"/>
          <ac:spMkLst>
            <pc:docMk/>
            <pc:sldMk cId="1167752386" sldId="258"/>
            <ac:spMk id="38" creationId="{00000000-0000-0000-0000-000000000000}"/>
          </ac:spMkLst>
        </pc:spChg>
        <pc:spChg chg="del">
          <ac:chgData name="Sarra  Ghali" userId="c1210d84-7cbd-4a49-afb3-6887847a3a4a" providerId="ADAL" clId="{C5F1D56D-DE09-4706-A6D6-21AAA8972AEE}" dt="2024-04-17T19:34:28.748" v="53" actId="478"/>
          <ac:spMkLst>
            <pc:docMk/>
            <pc:sldMk cId="1167752386" sldId="258"/>
            <ac:spMk id="39" creationId="{00000000-0000-0000-0000-000000000000}"/>
          </ac:spMkLst>
        </pc:spChg>
        <pc:spChg chg="del">
          <ac:chgData name="Sarra  Ghali" userId="c1210d84-7cbd-4a49-afb3-6887847a3a4a" providerId="ADAL" clId="{C5F1D56D-DE09-4706-A6D6-21AAA8972AEE}" dt="2024-04-17T19:43:39.660" v="113" actId="478"/>
          <ac:spMkLst>
            <pc:docMk/>
            <pc:sldMk cId="1167752386" sldId="258"/>
            <ac:spMk id="41" creationId="{379B4CFE-67F5-6848-94B4-41C4D22192EC}"/>
          </ac:spMkLst>
        </pc:spChg>
        <pc:spChg chg="del mod">
          <ac:chgData name="Sarra  Ghali" userId="c1210d84-7cbd-4a49-afb3-6887847a3a4a" providerId="ADAL" clId="{C5F1D56D-DE09-4706-A6D6-21AAA8972AEE}" dt="2024-04-20T10:59:33.089" v="176" actId="478"/>
          <ac:spMkLst>
            <pc:docMk/>
            <pc:sldMk cId="1167752386" sldId="258"/>
            <ac:spMk id="42" creationId="{00000000-0000-0000-0000-000000000000}"/>
          </ac:spMkLst>
        </pc:spChg>
        <pc:spChg chg="del">
          <ac:chgData name="Sarra  Ghali" userId="c1210d84-7cbd-4a49-afb3-6887847a3a4a" providerId="ADAL" clId="{C5F1D56D-DE09-4706-A6D6-21AAA8972AEE}" dt="2024-04-17T19:43:42.630" v="114" actId="478"/>
          <ac:spMkLst>
            <pc:docMk/>
            <pc:sldMk cId="1167752386" sldId="258"/>
            <ac:spMk id="44" creationId="{8BAE9663-5C58-3240-B7B1-82679D3FE848}"/>
          </ac:spMkLst>
        </pc:spChg>
        <pc:spChg chg="del">
          <ac:chgData name="Sarra  Ghali" userId="c1210d84-7cbd-4a49-afb3-6887847a3a4a" providerId="ADAL" clId="{C5F1D56D-DE09-4706-A6D6-21AAA8972AEE}" dt="2024-04-17T19:43:44.766" v="115" actId="478"/>
          <ac:spMkLst>
            <pc:docMk/>
            <pc:sldMk cId="1167752386" sldId="258"/>
            <ac:spMk id="45" creationId="{245A9EF7-B290-0742-BAF2-EAFF8BE31AFA}"/>
          </ac:spMkLst>
        </pc:spChg>
        <pc:picChg chg="add del mod">
          <ac:chgData name="Sarra  Ghali" userId="c1210d84-7cbd-4a49-afb3-6887847a3a4a" providerId="ADAL" clId="{C5F1D56D-DE09-4706-A6D6-21AAA8972AEE}" dt="2024-04-17T19:34:33.677" v="56" actId="478"/>
          <ac:picMkLst>
            <pc:docMk/>
            <pc:sldMk cId="1167752386" sldId="258"/>
            <ac:picMk id="3" creationId="{7C2DBFD3-D81B-3CA0-52A5-4C903AC4A619}"/>
          </ac:picMkLst>
        </pc:picChg>
        <pc:picChg chg="add mod">
          <ac:chgData name="Sarra  Ghali" userId="c1210d84-7cbd-4a49-afb3-6887847a3a4a" providerId="ADAL" clId="{C5F1D56D-DE09-4706-A6D6-21AAA8972AEE}" dt="2024-04-21T08:56:54.820" v="237"/>
          <ac:picMkLst>
            <pc:docMk/>
            <pc:sldMk cId="1167752386" sldId="258"/>
            <ac:picMk id="3" creationId="{E733DD19-5F0C-62D0-04EC-9B21659CB7B4}"/>
          </ac:picMkLst>
        </pc:picChg>
        <pc:picChg chg="add mod">
          <ac:chgData name="Sarra  Ghali" userId="c1210d84-7cbd-4a49-afb3-6887847a3a4a" providerId="ADAL" clId="{C5F1D56D-DE09-4706-A6D6-21AAA8972AEE}" dt="2024-04-21T08:56:54.820" v="237"/>
          <ac:picMkLst>
            <pc:docMk/>
            <pc:sldMk cId="1167752386" sldId="258"/>
            <ac:picMk id="6" creationId="{9B169885-FB30-47CF-C3DA-355C2E155EA3}"/>
          </ac:picMkLst>
        </pc:picChg>
        <pc:picChg chg="add mod">
          <ac:chgData name="Sarra  Ghali" userId="c1210d84-7cbd-4a49-afb3-6887847a3a4a" providerId="ADAL" clId="{C5F1D56D-DE09-4706-A6D6-21AAA8972AEE}" dt="2024-04-20T11:00:43.953" v="195" actId="1076"/>
          <ac:picMkLst>
            <pc:docMk/>
            <pc:sldMk cId="1167752386" sldId="258"/>
            <ac:picMk id="8" creationId="{6ABB21DB-5152-7A8E-FFEC-716DB8BBDA12}"/>
          </ac:picMkLst>
        </pc:picChg>
        <pc:picChg chg="add mod">
          <ac:chgData name="Sarra  Ghali" userId="c1210d84-7cbd-4a49-afb3-6887847a3a4a" providerId="ADAL" clId="{C5F1D56D-DE09-4706-A6D6-21AAA8972AEE}" dt="2024-04-20T11:00:51.796" v="196" actId="1076"/>
          <ac:picMkLst>
            <pc:docMk/>
            <pc:sldMk cId="1167752386" sldId="258"/>
            <ac:picMk id="11" creationId="{87053556-DFE0-3C57-C033-0A594C3CCEE5}"/>
          </ac:picMkLst>
        </pc:picChg>
        <pc:picChg chg="add mod">
          <ac:chgData name="Sarra  Ghali" userId="c1210d84-7cbd-4a49-afb3-6887847a3a4a" providerId="ADAL" clId="{C5F1D56D-DE09-4706-A6D6-21AAA8972AEE}" dt="2024-04-21T08:56:54.820" v="237"/>
          <ac:picMkLst>
            <pc:docMk/>
            <pc:sldMk cId="1167752386" sldId="258"/>
            <ac:picMk id="15" creationId="{0789A344-50C1-07E9-FF80-EBE867D09187}"/>
          </ac:picMkLst>
        </pc:picChg>
        <pc:picChg chg="add mod">
          <ac:chgData name="Sarra  Ghali" userId="c1210d84-7cbd-4a49-afb3-6887847a3a4a" providerId="ADAL" clId="{C5F1D56D-DE09-4706-A6D6-21AAA8972AEE}" dt="2024-04-21T09:02:46.074" v="238" actId="14100"/>
          <ac:picMkLst>
            <pc:docMk/>
            <pc:sldMk cId="1167752386" sldId="258"/>
            <ac:picMk id="16" creationId="{8FEAB548-3E45-A97C-69DA-448C986A8D22}"/>
          </ac:picMkLst>
        </pc:picChg>
        <pc:picChg chg="add mod">
          <ac:chgData name="Sarra  Ghali" userId="c1210d84-7cbd-4a49-afb3-6887847a3a4a" providerId="ADAL" clId="{C5F1D56D-DE09-4706-A6D6-21AAA8972AEE}" dt="2024-04-20T11:00:32.742" v="193" actId="14100"/>
          <ac:picMkLst>
            <pc:docMk/>
            <pc:sldMk cId="1167752386" sldId="258"/>
            <ac:picMk id="17" creationId="{91E158A8-0B97-E813-3E5C-1679C66154AE}"/>
          </ac:picMkLst>
        </pc:picChg>
        <pc:picChg chg="add mod">
          <ac:chgData name="Sarra  Ghali" userId="c1210d84-7cbd-4a49-afb3-6887847a3a4a" providerId="ADAL" clId="{C5F1D56D-DE09-4706-A6D6-21AAA8972AEE}" dt="2024-04-21T08:56:54.820" v="237"/>
          <ac:picMkLst>
            <pc:docMk/>
            <pc:sldMk cId="1167752386" sldId="258"/>
            <ac:picMk id="18" creationId="{5A7127E1-5809-ABA8-90E2-B92A57F02631}"/>
          </ac:picMkLst>
        </pc:picChg>
        <pc:picChg chg="del mod">
          <ac:chgData name="Sarra  Ghali" userId="c1210d84-7cbd-4a49-afb3-6887847a3a4a" providerId="ADAL" clId="{C5F1D56D-DE09-4706-A6D6-21AAA8972AEE}" dt="2024-04-20T10:59:24.459" v="173" actId="478"/>
          <ac:picMkLst>
            <pc:docMk/>
            <pc:sldMk cId="1167752386" sldId="258"/>
            <ac:picMk id="29" creationId="{00000000-0000-0000-0000-000000000000}"/>
          </ac:picMkLst>
        </pc:picChg>
        <pc:picChg chg="del mod">
          <ac:chgData name="Sarra  Ghali" userId="c1210d84-7cbd-4a49-afb3-6887847a3a4a" providerId="ADAL" clId="{C5F1D56D-DE09-4706-A6D6-21AAA8972AEE}" dt="2024-04-20T10:59:25.501" v="174" actId="478"/>
          <ac:picMkLst>
            <pc:docMk/>
            <pc:sldMk cId="1167752386" sldId="258"/>
            <ac:picMk id="40" creationId="{00000000-0000-0000-0000-000000000000}"/>
          </ac:picMkLst>
        </pc:picChg>
        <pc:picChg chg="del mod">
          <ac:chgData name="Sarra  Ghali" userId="c1210d84-7cbd-4a49-afb3-6887847a3a4a" providerId="ADAL" clId="{C5F1D56D-DE09-4706-A6D6-21AAA8972AEE}" dt="2024-04-20T10:59:23.130" v="172" actId="478"/>
          <ac:picMkLst>
            <pc:docMk/>
            <pc:sldMk cId="1167752386" sldId="258"/>
            <ac:picMk id="1026" creationId="{00000000-0000-0000-0000-00000000000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77340" y="4938397"/>
            <a:ext cx="17876520" cy="10505440"/>
          </a:xfrm>
        </p:spPr>
        <p:txBody>
          <a:bodyPr anchor="b"/>
          <a:lstStyle>
            <a:lvl1pPr algn="ctr">
              <a:defRPr sz="13800"/>
            </a:lvl1pPr>
          </a:lstStyle>
          <a:p>
            <a:r>
              <a:rPr lang="en-US"/>
              <a:t>Click to edit Master title style</a:t>
            </a:r>
            <a:endParaRPr lang="en-US" dirty="0"/>
          </a:p>
        </p:txBody>
      </p:sp>
      <p:sp>
        <p:nvSpPr>
          <p:cNvPr id="3" name="Subtitle 2"/>
          <p:cNvSpPr>
            <a:spLocks noGrp="1"/>
          </p:cNvSpPr>
          <p:nvPr>
            <p:ph type="subTitle" idx="1"/>
          </p:nvPr>
        </p:nvSpPr>
        <p:spPr>
          <a:xfrm>
            <a:off x="2628900" y="15848967"/>
            <a:ext cx="15773400" cy="7285353"/>
          </a:xfrm>
        </p:spPr>
        <p:txBody>
          <a:bodyPr/>
          <a:lstStyle>
            <a:lvl1pPr marL="0" indent="0" algn="ctr">
              <a:buNone/>
              <a:defRPr sz="5520"/>
            </a:lvl1pPr>
            <a:lvl2pPr marL="1051560" indent="0" algn="ctr">
              <a:buNone/>
              <a:defRPr sz="4600"/>
            </a:lvl2pPr>
            <a:lvl3pPr marL="2103120" indent="0" algn="ctr">
              <a:buNone/>
              <a:defRPr sz="4140"/>
            </a:lvl3pPr>
            <a:lvl4pPr marL="3154680" indent="0" algn="ctr">
              <a:buNone/>
              <a:defRPr sz="3680"/>
            </a:lvl4pPr>
            <a:lvl5pPr marL="4206240" indent="0" algn="ctr">
              <a:buNone/>
              <a:defRPr sz="3680"/>
            </a:lvl5pPr>
            <a:lvl6pPr marL="5257800" indent="0" algn="ctr">
              <a:buNone/>
              <a:defRPr sz="3680"/>
            </a:lvl6pPr>
            <a:lvl7pPr marL="6309360" indent="0" algn="ctr">
              <a:buNone/>
              <a:defRPr sz="3680"/>
            </a:lvl7pPr>
            <a:lvl8pPr marL="7360920" indent="0" algn="ctr">
              <a:buNone/>
              <a:defRPr sz="3680"/>
            </a:lvl8pPr>
            <a:lvl9pPr marL="8412480" indent="0" algn="ctr">
              <a:buNone/>
              <a:defRPr sz="3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8FE7259-0664-4915-8641-02E1189D6901}" type="datetimeFigureOut">
              <a:rPr lang="en-US" smtClean="0"/>
              <a:t>4/21/2024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DF0C4A-ED95-4EA8-BD59-A65A9D22C400}" type="slidenum">
              <a:rPr lang="en-US" smtClean="0"/>
              <a:t>‹#›</a:t>
            </a:fld>
            <a:endParaRPr lang="en-US"/>
          </a:p>
        </p:txBody>
      </p:sp>
    </p:spTree>
    <p:extLst>
      <p:ext uri="{BB962C8B-B14F-4D97-AF65-F5344CB8AC3E}">
        <p14:creationId xmlns:p14="http://schemas.microsoft.com/office/powerpoint/2010/main" val="30369714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FE7259-0664-4915-8641-02E1189D6901}" type="datetimeFigureOut">
              <a:rPr lang="en-US" smtClean="0"/>
              <a:t>4/21/2024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DF0C4A-ED95-4EA8-BD59-A65A9D22C400}" type="slidenum">
              <a:rPr lang="en-US" smtClean="0"/>
              <a:t>‹#›</a:t>
            </a:fld>
            <a:endParaRPr lang="en-US"/>
          </a:p>
        </p:txBody>
      </p:sp>
    </p:spTree>
    <p:extLst>
      <p:ext uri="{BB962C8B-B14F-4D97-AF65-F5344CB8AC3E}">
        <p14:creationId xmlns:p14="http://schemas.microsoft.com/office/powerpoint/2010/main" val="948331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34942" y="7522854"/>
            <a:ext cx="18139410" cy="12552043"/>
          </a:xfrm>
        </p:spPr>
        <p:txBody>
          <a:bodyPr anchor="b"/>
          <a:lstStyle>
            <a:lvl1pPr>
              <a:defRPr sz="13800"/>
            </a:lvl1pPr>
          </a:lstStyle>
          <a:p>
            <a:r>
              <a:rPr lang="en-US"/>
              <a:t>Click to edit Master title style</a:t>
            </a:r>
            <a:endParaRPr lang="en-US" dirty="0"/>
          </a:p>
        </p:txBody>
      </p:sp>
      <p:sp>
        <p:nvSpPr>
          <p:cNvPr id="3" name="Text Placeholder 2"/>
          <p:cNvSpPr>
            <a:spLocks noGrp="1"/>
          </p:cNvSpPr>
          <p:nvPr>
            <p:ph type="body" idx="1"/>
          </p:nvPr>
        </p:nvSpPr>
        <p:spPr>
          <a:xfrm>
            <a:off x="1434942" y="20193644"/>
            <a:ext cx="18139410" cy="6600823"/>
          </a:xfrm>
        </p:spPr>
        <p:txBody>
          <a:bodyPr/>
          <a:lstStyle>
            <a:lvl1pPr marL="0" indent="0">
              <a:buNone/>
              <a:defRPr sz="5520">
                <a:solidFill>
                  <a:schemeClr val="tx1"/>
                </a:solidFill>
              </a:defRPr>
            </a:lvl1pPr>
            <a:lvl2pPr marL="1051560" indent="0">
              <a:buNone/>
              <a:defRPr sz="4600">
                <a:solidFill>
                  <a:schemeClr val="tx1">
                    <a:tint val="75000"/>
                  </a:schemeClr>
                </a:solidFill>
              </a:defRPr>
            </a:lvl2pPr>
            <a:lvl3pPr marL="2103120" indent="0">
              <a:buNone/>
              <a:defRPr sz="4140">
                <a:solidFill>
                  <a:schemeClr val="tx1">
                    <a:tint val="75000"/>
                  </a:schemeClr>
                </a:solidFill>
              </a:defRPr>
            </a:lvl3pPr>
            <a:lvl4pPr marL="3154680" indent="0">
              <a:buNone/>
              <a:defRPr sz="3680">
                <a:solidFill>
                  <a:schemeClr val="tx1">
                    <a:tint val="75000"/>
                  </a:schemeClr>
                </a:solidFill>
              </a:defRPr>
            </a:lvl4pPr>
            <a:lvl5pPr marL="4206240" indent="0">
              <a:buNone/>
              <a:defRPr sz="3680">
                <a:solidFill>
                  <a:schemeClr val="tx1">
                    <a:tint val="75000"/>
                  </a:schemeClr>
                </a:solidFill>
              </a:defRPr>
            </a:lvl5pPr>
            <a:lvl6pPr marL="5257800" indent="0">
              <a:buNone/>
              <a:defRPr sz="3680">
                <a:solidFill>
                  <a:schemeClr val="tx1">
                    <a:tint val="75000"/>
                  </a:schemeClr>
                </a:solidFill>
              </a:defRPr>
            </a:lvl6pPr>
            <a:lvl7pPr marL="6309360" indent="0">
              <a:buNone/>
              <a:defRPr sz="3680">
                <a:solidFill>
                  <a:schemeClr val="tx1">
                    <a:tint val="75000"/>
                  </a:schemeClr>
                </a:solidFill>
              </a:defRPr>
            </a:lvl7pPr>
            <a:lvl8pPr marL="7360920" indent="0">
              <a:buNone/>
              <a:defRPr sz="3680">
                <a:solidFill>
                  <a:schemeClr val="tx1">
                    <a:tint val="75000"/>
                  </a:schemeClr>
                </a:solidFill>
              </a:defRPr>
            </a:lvl8pPr>
            <a:lvl9pPr marL="8412480" indent="0">
              <a:buNone/>
              <a:defRPr sz="3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FE7259-0664-4915-8641-02E1189D6901}" type="datetimeFigureOut">
              <a:rPr lang="en-US" smtClean="0"/>
              <a:t>4/21/2024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DF0C4A-ED95-4EA8-BD59-A65A9D22C400}" type="slidenum">
              <a:rPr lang="en-US" smtClean="0"/>
              <a:t>‹#›</a:t>
            </a:fld>
            <a:endParaRPr lang="en-US"/>
          </a:p>
        </p:txBody>
      </p:sp>
    </p:spTree>
    <p:extLst>
      <p:ext uri="{BB962C8B-B14F-4D97-AF65-F5344CB8AC3E}">
        <p14:creationId xmlns:p14="http://schemas.microsoft.com/office/powerpoint/2010/main" val="31886934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445895" y="8032750"/>
            <a:ext cx="8938260" cy="19145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0647045" y="8032750"/>
            <a:ext cx="8938260" cy="19145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8FE7259-0664-4915-8641-02E1189D6901}" type="datetimeFigureOut">
              <a:rPr lang="en-US" smtClean="0"/>
              <a:t>4/21/2024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DF0C4A-ED95-4EA8-BD59-A65A9D22C400}" type="slidenum">
              <a:rPr lang="en-US" smtClean="0"/>
              <a:t>‹#›</a:t>
            </a:fld>
            <a:endParaRPr lang="en-US"/>
          </a:p>
        </p:txBody>
      </p:sp>
    </p:spTree>
    <p:extLst>
      <p:ext uri="{BB962C8B-B14F-4D97-AF65-F5344CB8AC3E}">
        <p14:creationId xmlns:p14="http://schemas.microsoft.com/office/powerpoint/2010/main" val="5229809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8634" y="1606557"/>
            <a:ext cx="18139410" cy="58324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8637" y="7397117"/>
            <a:ext cx="8897182" cy="3625213"/>
          </a:xfrm>
        </p:spPr>
        <p:txBody>
          <a:bodyPr anchor="b"/>
          <a:lstStyle>
            <a:lvl1pPr marL="0" indent="0">
              <a:buNone/>
              <a:defRPr sz="5520" b="1"/>
            </a:lvl1pPr>
            <a:lvl2pPr marL="1051560" indent="0">
              <a:buNone/>
              <a:defRPr sz="4600" b="1"/>
            </a:lvl2pPr>
            <a:lvl3pPr marL="2103120" indent="0">
              <a:buNone/>
              <a:defRPr sz="4140" b="1"/>
            </a:lvl3pPr>
            <a:lvl4pPr marL="3154680" indent="0">
              <a:buNone/>
              <a:defRPr sz="3680" b="1"/>
            </a:lvl4pPr>
            <a:lvl5pPr marL="4206240" indent="0">
              <a:buNone/>
              <a:defRPr sz="3680" b="1"/>
            </a:lvl5pPr>
            <a:lvl6pPr marL="5257800" indent="0">
              <a:buNone/>
              <a:defRPr sz="3680" b="1"/>
            </a:lvl6pPr>
            <a:lvl7pPr marL="6309360" indent="0">
              <a:buNone/>
              <a:defRPr sz="3680" b="1"/>
            </a:lvl7pPr>
            <a:lvl8pPr marL="7360920" indent="0">
              <a:buNone/>
              <a:defRPr sz="3680" b="1"/>
            </a:lvl8pPr>
            <a:lvl9pPr marL="8412480" indent="0">
              <a:buNone/>
              <a:defRPr sz="3680" b="1"/>
            </a:lvl9pPr>
          </a:lstStyle>
          <a:p>
            <a:pPr lvl="0"/>
            <a:r>
              <a:rPr lang="en-US"/>
              <a:t>Click to edit Master text styles</a:t>
            </a:r>
          </a:p>
        </p:txBody>
      </p:sp>
      <p:sp>
        <p:nvSpPr>
          <p:cNvPr id="4" name="Content Placeholder 3"/>
          <p:cNvSpPr>
            <a:spLocks noGrp="1"/>
          </p:cNvSpPr>
          <p:nvPr>
            <p:ph sz="half" idx="2"/>
          </p:nvPr>
        </p:nvSpPr>
        <p:spPr>
          <a:xfrm>
            <a:off x="1448637" y="11022330"/>
            <a:ext cx="8897182" cy="16212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0647046" y="7397117"/>
            <a:ext cx="8940999" cy="3625213"/>
          </a:xfrm>
        </p:spPr>
        <p:txBody>
          <a:bodyPr anchor="b"/>
          <a:lstStyle>
            <a:lvl1pPr marL="0" indent="0">
              <a:buNone/>
              <a:defRPr sz="5520" b="1"/>
            </a:lvl1pPr>
            <a:lvl2pPr marL="1051560" indent="0">
              <a:buNone/>
              <a:defRPr sz="4600" b="1"/>
            </a:lvl2pPr>
            <a:lvl3pPr marL="2103120" indent="0">
              <a:buNone/>
              <a:defRPr sz="4140" b="1"/>
            </a:lvl3pPr>
            <a:lvl4pPr marL="3154680" indent="0">
              <a:buNone/>
              <a:defRPr sz="3680" b="1"/>
            </a:lvl4pPr>
            <a:lvl5pPr marL="4206240" indent="0">
              <a:buNone/>
              <a:defRPr sz="3680" b="1"/>
            </a:lvl5pPr>
            <a:lvl6pPr marL="5257800" indent="0">
              <a:buNone/>
              <a:defRPr sz="3680" b="1"/>
            </a:lvl6pPr>
            <a:lvl7pPr marL="6309360" indent="0">
              <a:buNone/>
              <a:defRPr sz="3680" b="1"/>
            </a:lvl7pPr>
            <a:lvl8pPr marL="7360920" indent="0">
              <a:buNone/>
              <a:defRPr sz="3680" b="1"/>
            </a:lvl8pPr>
            <a:lvl9pPr marL="8412480" indent="0">
              <a:buNone/>
              <a:defRPr sz="3680" b="1"/>
            </a:lvl9pPr>
          </a:lstStyle>
          <a:p>
            <a:pPr lvl="0"/>
            <a:r>
              <a:rPr lang="en-US"/>
              <a:t>Click to edit Master text styles</a:t>
            </a:r>
          </a:p>
        </p:txBody>
      </p:sp>
      <p:sp>
        <p:nvSpPr>
          <p:cNvPr id="6" name="Content Placeholder 5"/>
          <p:cNvSpPr>
            <a:spLocks noGrp="1"/>
          </p:cNvSpPr>
          <p:nvPr>
            <p:ph sz="quarter" idx="4"/>
          </p:nvPr>
        </p:nvSpPr>
        <p:spPr>
          <a:xfrm>
            <a:off x="10647046" y="11022330"/>
            <a:ext cx="8940999" cy="16212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8FE7259-0664-4915-8641-02E1189D6901}" type="datetimeFigureOut">
              <a:rPr lang="en-US" smtClean="0"/>
              <a:t>4/21/2024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4DF0C4A-ED95-4EA8-BD59-A65A9D22C400}" type="slidenum">
              <a:rPr lang="en-US" smtClean="0"/>
              <a:t>‹#›</a:t>
            </a:fld>
            <a:endParaRPr lang="en-US"/>
          </a:p>
        </p:txBody>
      </p:sp>
    </p:spTree>
    <p:extLst>
      <p:ext uri="{BB962C8B-B14F-4D97-AF65-F5344CB8AC3E}">
        <p14:creationId xmlns:p14="http://schemas.microsoft.com/office/powerpoint/2010/main" val="15444637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8FE7259-0664-4915-8641-02E1189D6901}" type="datetimeFigureOut">
              <a:rPr lang="en-US" smtClean="0"/>
              <a:t>4/21/2024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4DF0C4A-ED95-4EA8-BD59-A65A9D22C400}" type="slidenum">
              <a:rPr lang="en-US" smtClean="0"/>
              <a:t>‹#›</a:t>
            </a:fld>
            <a:endParaRPr lang="en-US"/>
          </a:p>
        </p:txBody>
      </p:sp>
    </p:spTree>
    <p:extLst>
      <p:ext uri="{BB962C8B-B14F-4D97-AF65-F5344CB8AC3E}">
        <p14:creationId xmlns:p14="http://schemas.microsoft.com/office/powerpoint/2010/main" val="3904107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FE7259-0664-4915-8641-02E1189D6901}" type="datetimeFigureOut">
              <a:rPr lang="en-US" smtClean="0"/>
              <a:t>4/21/2024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4DF0C4A-ED95-4EA8-BD59-A65A9D22C400}" type="slidenum">
              <a:rPr lang="en-US" smtClean="0"/>
              <a:t>‹#›</a:t>
            </a:fld>
            <a:endParaRPr lang="en-US"/>
          </a:p>
        </p:txBody>
      </p:sp>
    </p:spTree>
    <p:extLst>
      <p:ext uri="{BB962C8B-B14F-4D97-AF65-F5344CB8AC3E}">
        <p14:creationId xmlns:p14="http://schemas.microsoft.com/office/powerpoint/2010/main" val="3182296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8635" y="2011680"/>
            <a:ext cx="6783109" cy="7040880"/>
          </a:xfrm>
        </p:spPr>
        <p:txBody>
          <a:bodyPr anchor="b"/>
          <a:lstStyle>
            <a:lvl1pPr>
              <a:defRPr sz="7360"/>
            </a:lvl1pPr>
          </a:lstStyle>
          <a:p>
            <a:r>
              <a:rPr lang="en-US"/>
              <a:t>Click to edit Master title style</a:t>
            </a:r>
            <a:endParaRPr lang="en-US" dirty="0"/>
          </a:p>
        </p:txBody>
      </p:sp>
      <p:sp>
        <p:nvSpPr>
          <p:cNvPr id="3" name="Content Placeholder 2"/>
          <p:cNvSpPr>
            <a:spLocks noGrp="1"/>
          </p:cNvSpPr>
          <p:nvPr>
            <p:ph idx="1"/>
          </p:nvPr>
        </p:nvSpPr>
        <p:spPr>
          <a:xfrm>
            <a:off x="8940999" y="4344677"/>
            <a:ext cx="10647045" cy="21443950"/>
          </a:xfrm>
        </p:spPr>
        <p:txBody>
          <a:bodyPr/>
          <a:lstStyle>
            <a:lvl1pPr>
              <a:defRPr sz="7360"/>
            </a:lvl1pPr>
            <a:lvl2pPr>
              <a:defRPr sz="6440"/>
            </a:lvl2pPr>
            <a:lvl3pPr>
              <a:defRPr sz="5520"/>
            </a:lvl3pPr>
            <a:lvl4pPr>
              <a:defRPr sz="4600"/>
            </a:lvl4pPr>
            <a:lvl5pPr>
              <a:defRPr sz="4600"/>
            </a:lvl5pPr>
            <a:lvl6pPr>
              <a:defRPr sz="4600"/>
            </a:lvl6pPr>
            <a:lvl7pPr>
              <a:defRPr sz="4600"/>
            </a:lvl7pPr>
            <a:lvl8pPr>
              <a:defRPr sz="4600"/>
            </a:lvl8pPr>
            <a:lvl9pPr>
              <a:defRPr sz="4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8635" y="9052560"/>
            <a:ext cx="6783109" cy="16770987"/>
          </a:xfrm>
        </p:spPr>
        <p:txBody>
          <a:bodyPr/>
          <a:lstStyle>
            <a:lvl1pPr marL="0" indent="0">
              <a:buNone/>
              <a:defRPr sz="3680"/>
            </a:lvl1pPr>
            <a:lvl2pPr marL="1051560" indent="0">
              <a:buNone/>
              <a:defRPr sz="3220"/>
            </a:lvl2pPr>
            <a:lvl3pPr marL="2103120" indent="0">
              <a:buNone/>
              <a:defRPr sz="2760"/>
            </a:lvl3pPr>
            <a:lvl4pPr marL="3154680" indent="0">
              <a:buNone/>
              <a:defRPr sz="2300"/>
            </a:lvl4pPr>
            <a:lvl5pPr marL="4206240" indent="0">
              <a:buNone/>
              <a:defRPr sz="2300"/>
            </a:lvl5pPr>
            <a:lvl6pPr marL="5257800" indent="0">
              <a:buNone/>
              <a:defRPr sz="2300"/>
            </a:lvl6pPr>
            <a:lvl7pPr marL="6309360" indent="0">
              <a:buNone/>
              <a:defRPr sz="2300"/>
            </a:lvl7pPr>
            <a:lvl8pPr marL="7360920" indent="0">
              <a:buNone/>
              <a:defRPr sz="2300"/>
            </a:lvl8pPr>
            <a:lvl9pPr marL="8412480" indent="0">
              <a:buNone/>
              <a:defRPr sz="2300"/>
            </a:lvl9pPr>
          </a:lstStyle>
          <a:p>
            <a:pPr lvl="0"/>
            <a:r>
              <a:rPr lang="en-US"/>
              <a:t>Click to edit Master text styles</a:t>
            </a:r>
          </a:p>
        </p:txBody>
      </p:sp>
      <p:sp>
        <p:nvSpPr>
          <p:cNvPr id="5" name="Date Placeholder 4"/>
          <p:cNvSpPr>
            <a:spLocks noGrp="1"/>
          </p:cNvSpPr>
          <p:nvPr>
            <p:ph type="dt" sz="half" idx="10"/>
          </p:nvPr>
        </p:nvSpPr>
        <p:spPr/>
        <p:txBody>
          <a:bodyPr/>
          <a:lstStyle/>
          <a:p>
            <a:fld id="{98FE7259-0664-4915-8641-02E1189D6901}" type="datetimeFigureOut">
              <a:rPr lang="en-US" smtClean="0"/>
              <a:t>4/21/2024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DF0C4A-ED95-4EA8-BD59-A65A9D22C400}" type="slidenum">
              <a:rPr lang="en-US" smtClean="0"/>
              <a:t>‹#›</a:t>
            </a:fld>
            <a:endParaRPr lang="en-US"/>
          </a:p>
        </p:txBody>
      </p:sp>
    </p:spTree>
    <p:extLst>
      <p:ext uri="{BB962C8B-B14F-4D97-AF65-F5344CB8AC3E}">
        <p14:creationId xmlns:p14="http://schemas.microsoft.com/office/powerpoint/2010/main" val="821005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8635" y="2011680"/>
            <a:ext cx="6783109" cy="7040880"/>
          </a:xfrm>
        </p:spPr>
        <p:txBody>
          <a:bodyPr anchor="b"/>
          <a:lstStyle>
            <a:lvl1pPr>
              <a:defRPr sz="7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8940999" y="4344677"/>
            <a:ext cx="10647045" cy="21443950"/>
          </a:xfrm>
        </p:spPr>
        <p:txBody>
          <a:bodyPr anchor="t"/>
          <a:lstStyle>
            <a:lvl1pPr marL="0" indent="0">
              <a:buNone/>
              <a:defRPr sz="7360"/>
            </a:lvl1pPr>
            <a:lvl2pPr marL="1051560" indent="0">
              <a:buNone/>
              <a:defRPr sz="6440"/>
            </a:lvl2pPr>
            <a:lvl3pPr marL="2103120" indent="0">
              <a:buNone/>
              <a:defRPr sz="5520"/>
            </a:lvl3pPr>
            <a:lvl4pPr marL="3154680" indent="0">
              <a:buNone/>
              <a:defRPr sz="4600"/>
            </a:lvl4pPr>
            <a:lvl5pPr marL="4206240" indent="0">
              <a:buNone/>
              <a:defRPr sz="4600"/>
            </a:lvl5pPr>
            <a:lvl6pPr marL="5257800" indent="0">
              <a:buNone/>
              <a:defRPr sz="4600"/>
            </a:lvl6pPr>
            <a:lvl7pPr marL="6309360" indent="0">
              <a:buNone/>
              <a:defRPr sz="4600"/>
            </a:lvl7pPr>
            <a:lvl8pPr marL="7360920" indent="0">
              <a:buNone/>
              <a:defRPr sz="4600"/>
            </a:lvl8pPr>
            <a:lvl9pPr marL="8412480" indent="0">
              <a:buNone/>
              <a:defRPr sz="4600"/>
            </a:lvl9pPr>
          </a:lstStyle>
          <a:p>
            <a:r>
              <a:rPr lang="en-US"/>
              <a:t>Click icon to add picture</a:t>
            </a:r>
            <a:endParaRPr lang="en-US" dirty="0"/>
          </a:p>
        </p:txBody>
      </p:sp>
      <p:sp>
        <p:nvSpPr>
          <p:cNvPr id="4" name="Text Placeholder 3"/>
          <p:cNvSpPr>
            <a:spLocks noGrp="1"/>
          </p:cNvSpPr>
          <p:nvPr>
            <p:ph type="body" sz="half" idx="2"/>
          </p:nvPr>
        </p:nvSpPr>
        <p:spPr>
          <a:xfrm>
            <a:off x="1448635" y="9052560"/>
            <a:ext cx="6783109" cy="16770987"/>
          </a:xfrm>
        </p:spPr>
        <p:txBody>
          <a:bodyPr/>
          <a:lstStyle>
            <a:lvl1pPr marL="0" indent="0">
              <a:buNone/>
              <a:defRPr sz="3680"/>
            </a:lvl1pPr>
            <a:lvl2pPr marL="1051560" indent="0">
              <a:buNone/>
              <a:defRPr sz="3220"/>
            </a:lvl2pPr>
            <a:lvl3pPr marL="2103120" indent="0">
              <a:buNone/>
              <a:defRPr sz="2760"/>
            </a:lvl3pPr>
            <a:lvl4pPr marL="3154680" indent="0">
              <a:buNone/>
              <a:defRPr sz="2300"/>
            </a:lvl4pPr>
            <a:lvl5pPr marL="4206240" indent="0">
              <a:buNone/>
              <a:defRPr sz="2300"/>
            </a:lvl5pPr>
            <a:lvl6pPr marL="5257800" indent="0">
              <a:buNone/>
              <a:defRPr sz="2300"/>
            </a:lvl6pPr>
            <a:lvl7pPr marL="6309360" indent="0">
              <a:buNone/>
              <a:defRPr sz="2300"/>
            </a:lvl7pPr>
            <a:lvl8pPr marL="7360920" indent="0">
              <a:buNone/>
              <a:defRPr sz="2300"/>
            </a:lvl8pPr>
            <a:lvl9pPr marL="8412480" indent="0">
              <a:buNone/>
              <a:defRPr sz="2300"/>
            </a:lvl9pPr>
          </a:lstStyle>
          <a:p>
            <a:pPr lvl="0"/>
            <a:r>
              <a:rPr lang="en-US"/>
              <a:t>Click to edit Master text styles</a:t>
            </a:r>
          </a:p>
        </p:txBody>
      </p:sp>
      <p:sp>
        <p:nvSpPr>
          <p:cNvPr id="5" name="Date Placeholder 4"/>
          <p:cNvSpPr>
            <a:spLocks noGrp="1"/>
          </p:cNvSpPr>
          <p:nvPr>
            <p:ph type="dt" sz="half" idx="10"/>
          </p:nvPr>
        </p:nvSpPr>
        <p:spPr/>
        <p:txBody>
          <a:bodyPr/>
          <a:lstStyle/>
          <a:p>
            <a:fld id="{98FE7259-0664-4915-8641-02E1189D6901}" type="datetimeFigureOut">
              <a:rPr lang="en-US" smtClean="0"/>
              <a:t>4/21/2024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DF0C4A-ED95-4EA8-BD59-A65A9D22C400}" type="slidenum">
              <a:rPr lang="en-US" smtClean="0"/>
              <a:t>‹#›</a:t>
            </a:fld>
            <a:endParaRPr lang="en-US"/>
          </a:p>
        </p:txBody>
      </p:sp>
    </p:spTree>
    <p:extLst>
      <p:ext uri="{BB962C8B-B14F-4D97-AF65-F5344CB8AC3E}">
        <p14:creationId xmlns:p14="http://schemas.microsoft.com/office/powerpoint/2010/main" val="1840525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FE7259-0664-4915-8641-02E1189D6901}" type="datetimeFigureOut">
              <a:rPr lang="en-US" smtClean="0"/>
              <a:t>4/21/2024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DF0C4A-ED95-4EA8-BD59-A65A9D22C400}" type="slidenum">
              <a:rPr lang="en-US" smtClean="0"/>
              <a:t>‹#›</a:t>
            </a:fld>
            <a:endParaRPr lang="en-US"/>
          </a:p>
        </p:txBody>
      </p:sp>
    </p:spTree>
    <p:extLst>
      <p:ext uri="{BB962C8B-B14F-4D97-AF65-F5344CB8AC3E}">
        <p14:creationId xmlns:p14="http://schemas.microsoft.com/office/powerpoint/2010/main" val="6832531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050453" y="1606550"/>
            <a:ext cx="4534853" cy="2557208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45896" y="1606550"/>
            <a:ext cx="13341668" cy="255720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FE7259-0664-4915-8641-02E1189D6901}" type="datetimeFigureOut">
              <a:rPr lang="en-US" smtClean="0"/>
              <a:t>4/21/2024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DF0C4A-ED95-4EA8-BD59-A65A9D22C400}" type="slidenum">
              <a:rPr lang="en-US" smtClean="0"/>
              <a:t>‹#›</a:t>
            </a:fld>
            <a:endParaRPr lang="en-US"/>
          </a:p>
        </p:txBody>
      </p:sp>
    </p:spTree>
    <p:extLst>
      <p:ext uri="{BB962C8B-B14F-4D97-AF65-F5344CB8AC3E}">
        <p14:creationId xmlns:p14="http://schemas.microsoft.com/office/powerpoint/2010/main" val="13445511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45895" y="1606557"/>
            <a:ext cx="18139410" cy="58324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45895" y="8032750"/>
            <a:ext cx="18139410" cy="1914588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445895" y="27967947"/>
            <a:ext cx="4732020" cy="1606550"/>
          </a:xfrm>
          <a:prstGeom prst="rect">
            <a:avLst/>
          </a:prstGeom>
        </p:spPr>
        <p:txBody>
          <a:bodyPr vert="horz" lIns="91440" tIns="45720" rIns="91440" bIns="45720" rtlCol="0" anchor="ctr"/>
          <a:lstStyle>
            <a:lvl1pPr algn="l">
              <a:defRPr sz="2760">
                <a:solidFill>
                  <a:schemeClr val="tx1">
                    <a:tint val="75000"/>
                  </a:schemeClr>
                </a:solidFill>
              </a:defRPr>
            </a:lvl1pPr>
          </a:lstStyle>
          <a:p>
            <a:fld id="{98FE7259-0664-4915-8641-02E1189D6901}" type="datetimeFigureOut">
              <a:rPr lang="en-US" smtClean="0"/>
              <a:t>4/21/2024</a:t>
            </a:fld>
            <a:endParaRPr lang="en-US"/>
          </a:p>
        </p:txBody>
      </p:sp>
      <p:sp>
        <p:nvSpPr>
          <p:cNvPr id="5" name="Footer Placeholder 4"/>
          <p:cNvSpPr>
            <a:spLocks noGrp="1"/>
          </p:cNvSpPr>
          <p:nvPr>
            <p:ph type="ftr" sz="quarter" idx="3"/>
          </p:nvPr>
        </p:nvSpPr>
        <p:spPr>
          <a:xfrm>
            <a:off x="6966585" y="27967947"/>
            <a:ext cx="7098030" cy="1606550"/>
          </a:xfrm>
          <a:prstGeom prst="rect">
            <a:avLst/>
          </a:prstGeom>
        </p:spPr>
        <p:txBody>
          <a:bodyPr vert="horz" lIns="91440" tIns="45720" rIns="91440" bIns="45720" rtlCol="0" anchor="ctr"/>
          <a:lstStyle>
            <a:lvl1pPr algn="ctr">
              <a:defRPr sz="276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4853285" y="27967947"/>
            <a:ext cx="4732020" cy="1606550"/>
          </a:xfrm>
          <a:prstGeom prst="rect">
            <a:avLst/>
          </a:prstGeom>
        </p:spPr>
        <p:txBody>
          <a:bodyPr vert="horz" lIns="91440" tIns="45720" rIns="91440" bIns="45720" rtlCol="0" anchor="ctr"/>
          <a:lstStyle>
            <a:lvl1pPr algn="r">
              <a:defRPr sz="2760">
                <a:solidFill>
                  <a:schemeClr val="tx1">
                    <a:tint val="75000"/>
                  </a:schemeClr>
                </a:solidFill>
              </a:defRPr>
            </a:lvl1pPr>
          </a:lstStyle>
          <a:p>
            <a:fld id="{D4DF0C4A-ED95-4EA8-BD59-A65A9D22C400}" type="slidenum">
              <a:rPr lang="en-US" smtClean="0"/>
              <a:t>‹#›</a:t>
            </a:fld>
            <a:endParaRPr lang="en-US"/>
          </a:p>
        </p:txBody>
      </p:sp>
    </p:spTree>
    <p:extLst>
      <p:ext uri="{BB962C8B-B14F-4D97-AF65-F5344CB8AC3E}">
        <p14:creationId xmlns:p14="http://schemas.microsoft.com/office/powerpoint/2010/main" val="31167400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103120" rtl="0" eaLnBrk="1" latinLnBrk="0" hangingPunct="1">
        <a:lnSpc>
          <a:spcPct val="90000"/>
        </a:lnSpc>
        <a:spcBef>
          <a:spcPct val="0"/>
        </a:spcBef>
        <a:buNone/>
        <a:defRPr sz="10120" kern="1200">
          <a:solidFill>
            <a:schemeClr val="tx1"/>
          </a:solidFill>
          <a:latin typeface="+mj-lt"/>
          <a:ea typeface="+mj-ea"/>
          <a:cs typeface="+mj-cs"/>
        </a:defRPr>
      </a:lvl1pPr>
    </p:titleStyle>
    <p:bodyStyle>
      <a:lvl1pPr marL="525780" indent="-525780" algn="l" defTabSz="2103120" rtl="0" eaLnBrk="1" latinLnBrk="0" hangingPunct="1">
        <a:lnSpc>
          <a:spcPct val="90000"/>
        </a:lnSpc>
        <a:spcBef>
          <a:spcPts val="2300"/>
        </a:spcBef>
        <a:buFont typeface="Arial" panose="020B0604020202020204" pitchFamily="34" charset="0"/>
        <a:buChar char="•"/>
        <a:defRPr sz="6440" kern="1200">
          <a:solidFill>
            <a:schemeClr val="tx1"/>
          </a:solidFill>
          <a:latin typeface="+mn-lt"/>
          <a:ea typeface="+mn-ea"/>
          <a:cs typeface="+mn-cs"/>
        </a:defRPr>
      </a:lvl1pPr>
      <a:lvl2pPr marL="1577340" indent="-525780" algn="l" defTabSz="2103120" rtl="0" eaLnBrk="1" latinLnBrk="0" hangingPunct="1">
        <a:lnSpc>
          <a:spcPct val="90000"/>
        </a:lnSpc>
        <a:spcBef>
          <a:spcPts val="1150"/>
        </a:spcBef>
        <a:buFont typeface="Arial" panose="020B0604020202020204" pitchFamily="34" charset="0"/>
        <a:buChar char="•"/>
        <a:defRPr sz="5520" kern="1200">
          <a:solidFill>
            <a:schemeClr val="tx1"/>
          </a:solidFill>
          <a:latin typeface="+mn-lt"/>
          <a:ea typeface="+mn-ea"/>
          <a:cs typeface="+mn-cs"/>
        </a:defRPr>
      </a:lvl2pPr>
      <a:lvl3pPr marL="2628900" indent="-525780" algn="l" defTabSz="2103120" rtl="0" eaLnBrk="1" latinLnBrk="0" hangingPunct="1">
        <a:lnSpc>
          <a:spcPct val="90000"/>
        </a:lnSpc>
        <a:spcBef>
          <a:spcPts val="1150"/>
        </a:spcBef>
        <a:buFont typeface="Arial" panose="020B0604020202020204" pitchFamily="34" charset="0"/>
        <a:buChar char="•"/>
        <a:defRPr sz="4600" kern="1200">
          <a:solidFill>
            <a:schemeClr val="tx1"/>
          </a:solidFill>
          <a:latin typeface="+mn-lt"/>
          <a:ea typeface="+mn-ea"/>
          <a:cs typeface="+mn-cs"/>
        </a:defRPr>
      </a:lvl3pPr>
      <a:lvl4pPr marL="3680460" indent="-525780" algn="l" defTabSz="2103120" rtl="0" eaLnBrk="1" latinLnBrk="0" hangingPunct="1">
        <a:lnSpc>
          <a:spcPct val="90000"/>
        </a:lnSpc>
        <a:spcBef>
          <a:spcPts val="1150"/>
        </a:spcBef>
        <a:buFont typeface="Arial" panose="020B0604020202020204" pitchFamily="34" charset="0"/>
        <a:buChar char="•"/>
        <a:defRPr sz="4140" kern="1200">
          <a:solidFill>
            <a:schemeClr val="tx1"/>
          </a:solidFill>
          <a:latin typeface="+mn-lt"/>
          <a:ea typeface="+mn-ea"/>
          <a:cs typeface="+mn-cs"/>
        </a:defRPr>
      </a:lvl4pPr>
      <a:lvl5pPr marL="4732020" indent="-525780" algn="l" defTabSz="2103120" rtl="0" eaLnBrk="1" latinLnBrk="0" hangingPunct="1">
        <a:lnSpc>
          <a:spcPct val="90000"/>
        </a:lnSpc>
        <a:spcBef>
          <a:spcPts val="1150"/>
        </a:spcBef>
        <a:buFont typeface="Arial" panose="020B0604020202020204" pitchFamily="34" charset="0"/>
        <a:buChar char="•"/>
        <a:defRPr sz="4140" kern="1200">
          <a:solidFill>
            <a:schemeClr val="tx1"/>
          </a:solidFill>
          <a:latin typeface="+mn-lt"/>
          <a:ea typeface="+mn-ea"/>
          <a:cs typeface="+mn-cs"/>
        </a:defRPr>
      </a:lvl5pPr>
      <a:lvl6pPr marL="5783580" indent="-525780" algn="l" defTabSz="2103120" rtl="0" eaLnBrk="1" latinLnBrk="0" hangingPunct="1">
        <a:lnSpc>
          <a:spcPct val="90000"/>
        </a:lnSpc>
        <a:spcBef>
          <a:spcPts val="1150"/>
        </a:spcBef>
        <a:buFont typeface="Arial" panose="020B0604020202020204" pitchFamily="34" charset="0"/>
        <a:buChar char="•"/>
        <a:defRPr sz="4140" kern="1200">
          <a:solidFill>
            <a:schemeClr val="tx1"/>
          </a:solidFill>
          <a:latin typeface="+mn-lt"/>
          <a:ea typeface="+mn-ea"/>
          <a:cs typeface="+mn-cs"/>
        </a:defRPr>
      </a:lvl6pPr>
      <a:lvl7pPr marL="6835140" indent="-525780" algn="l" defTabSz="2103120" rtl="0" eaLnBrk="1" latinLnBrk="0" hangingPunct="1">
        <a:lnSpc>
          <a:spcPct val="90000"/>
        </a:lnSpc>
        <a:spcBef>
          <a:spcPts val="1150"/>
        </a:spcBef>
        <a:buFont typeface="Arial" panose="020B0604020202020204" pitchFamily="34" charset="0"/>
        <a:buChar char="•"/>
        <a:defRPr sz="4140" kern="1200">
          <a:solidFill>
            <a:schemeClr val="tx1"/>
          </a:solidFill>
          <a:latin typeface="+mn-lt"/>
          <a:ea typeface="+mn-ea"/>
          <a:cs typeface="+mn-cs"/>
        </a:defRPr>
      </a:lvl7pPr>
      <a:lvl8pPr marL="7886700" indent="-525780" algn="l" defTabSz="2103120" rtl="0" eaLnBrk="1" latinLnBrk="0" hangingPunct="1">
        <a:lnSpc>
          <a:spcPct val="90000"/>
        </a:lnSpc>
        <a:spcBef>
          <a:spcPts val="1150"/>
        </a:spcBef>
        <a:buFont typeface="Arial" panose="020B0604020202020204" pitchFamily="34" charset="0"/>
        <a:buChar char="•"/>
        <a:defRPr sz="4140" kern="1200">
          <a:solidFill>
            <a:schemeClr val="tx1"/>
          </a:solidFill>
          <a:latin typeface="+mn-lt"/>
          <a:ea typeface="+mn-ea"/>
          <a:cs typeface="+mn-cs"/>
        </a:defRPr>
      </a:lvl8pPr>
      <a:lvl9pPr marL="8938260" indent="-525780" algn="l" defTabSz="2103120" rtl="0" eaLnBrk="1" latinLnBrk="0" hangingPunct="1">
        <a:lnSpc>
          <a:spcPct val="90000"/>
        </a:lnSpc>
        <a:spcBef>
          <a:spcPts val="1150"/>
        </a:spcBef>
        <a:buFont typeface="Arial" panose="020B0604020202020204" pitchFamily="34" charset="0"/>
        <a:buChar char="•"/>
        <a:defRPr sz="4140" kern="1200">
          <a:solidFill>
            <a:schemeClr val="tx1"/>
          </a:solidFill>
          <a:latin typeface="+mn-lt"/>
          <a:ea typeface="+mn-ea"/>
          <a:cs typeface="+mn-cs"/>
        </a:defRPr>
      </a:lvl9pPr>
    </p:bodyStyle>
    <p:otherStyle>
      <a:defPPr>
        <a:defRPr lang="en-US"/>
      </a:defPPr>
      <a:lvl1pPr marL="0" algn="l" defTabSz="2103120" rtl="0" eaLnBrk="1" latinLnBrk="0" hangingPunct="1">
        <a:defRPr sz="4140" kern="1200">
          <a:solidFill>
            <a:schemeClr val="tx1"/>
          </a:solidFill>
          <a:latin typeface="+mn-lt"/>
          <a:ea typeface="+mn-ea"/>
          <a:cs typeface="+mn-cs"/>
        </a:defRPr>
      </a:lvl1pPr>
      <a:lvl2pPr marL="1051560" algn="l" defTabSz="2103120" rtl="0" eaLnBrk="1" latinLnBrk="0" hangingPunct="1">
        <a:defRPr sz="4140" kern="1200">
          <a:solidFill>
            <a:schemeClr val="tx1"/>
          </a:solidFill>
          <a:latin typeface="+mn-lt"/>
          <a:ea typeface="+mn-ea"/>
          <a:cs typeface="+mn-cs"/>
        </a:defRPr>
      </a:lvl2pPr>
      <a:lvl3pPr marL="2103120" algn="l" defTabSz="2103120" rtl="0" eaLnBrk="1" latinLnBrk="0" hangingPunct="1">
        <a:defRPr sz="4140" kern="1200">
          <a:solidFill>
            <a:schemeClr val="tx1"/>
          </a:solidFill>
          <a:latin typeface="+mn-lt"/>
          <a:ea typeface="+mn-ea"/>
          <a:cs typeface="+mn-cs"/>
        </a:defRPr>
      </a:lvl3pPr>
      <a:lvl4pPr marL="3154680" algn="l" defTabSz="2103120" rtl="0" eaLnBrk="1" latinLnBrk="0" hangingPunct="1">
        <a:defRPr sz="4140" kern="1200">
          <a:solidFill>
            <a:schemeClr val="tx1"/>
          </a:solidFill>
          <a:latin typeface="+mn-lt"/>
          <a:ea typeface="+mn-ea"/>
          <a:cs typeface="+mn-cs"/>
        </a:defRPr>
      </a:lvl4pPr>
      <a:lvl5pPr marL="4206240" algn="l" defTabSz="2103120" rtl="0" eaLnBrk="1" latinLnBrk="0" hangingPunct="1">
        <a:defRPr sz="4140" kern="1200">
          <a:solidFill>
            <a:schemeClr val="tx1"/>
          </a:solidFill>
          <a:latin typeface="+mn-lt"/>
          <a:ea typeface="+mn-ea"/>
          <a:cs typeface="+mn-cs"/>
        </a:defRPr>
      </a:lvl5pPr>
      <a:lvl6pPr marL="5257800" algn="l" defTabSz="2103120" rtl="0" eaLnBrk="1" latinLnBrk="0" hangingPunct="1">
        <a:defRPr sz="4140" kern="1200">
          <a:solidFill>
            <a:schemeClr val="tx1"/>
          </a:solidFill>
          <a:latin typeface="+mn-lt"/>
          <a:ea typeface="+mn-ea"/>
          <a:cs typeface="+mn-cs"/>
        </a:defRPr>
      </a:lvl6pPr>
      <a:lvl7pPr marL="6309360" algn="l" defTabSz="2103120" rtl="0" eaLnBrk="1" latinLnBrk="0" hangingPunct="1">
        <a:defRPr sz="4140" kern="1200">
          <a:solidFill>
            <a:schemeClr val="tx1"/>
          </a:solidFill>
          <a:latin typeface="+mn-lt"/>
          <a:ea typeface="+mn-ea"/>
          <a:cs typeface="+mn-cs"/>
        </a:defRPr>
      </a:lvl7pPr>
      <a:lvl8pPr marL="7360920" algn="l" defTabSz="2103120" rtl="0" eaLnBrk="1" latinLnBrk="0" hangingPunct="1">
        <a:defRPr sz="4140" kern="1200">
          <a:solidFill>
            <a:schemeClr val="tx1"/>
          </a:solidFill>
          <a:latin typeface="+mn-lt"/>
          <a:ea typeface="+mn-ea"/>
          <a:cs typeface="+mn-cs"/>
        </a:defRPr>
      </a:lvl8pPr>
      <a:lvl9pPr marL="8412480" algn="l" defTabSz="2103120" rtl="0" eaLnBrk="1" latinLnBrk="0" hangingPunct="1">
        <a:defRPr sz="41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7EDD6D25-6454-4557-BF9B-009F48358C96}"/>
              </a:ext>
            </a:extLst>
          </p:cNvPr>
          <p:cNvSpPr txBox="1"/>
          <p:nvPr/>
        </p:nvSpPr>
        <p:spPr>
          <a:xfrm>
            <a:off x="599348" y="59422"/>
            <a:ext cx="14344561" cy="3293209"/>
          </a:xfrm>
          <a:prstGeom prst="rect">
            <a:avLst/>
          </a:prstGeom>
          <a:solidFill>
            <a:schemeClr val="accent5">
              <a:lumMod val="60000"/>
              <a:lumOff val="40000"/>
            </a:schemeClr>
          </a:solidFill>
          <a:ln>
            <a:solidFill>
              <a:schemeClr val="accent5">
                <a:lumMod val="60000"/>
                <a:lumOff val="40000"/>
              </a:schemeClr>
            </a:solidFill>
          </a:ln>
        </p:spPr>
        <p:txBody>
          <a:bodyPr wrap="square" rtlCol="0">
            <a:spAutoFit/>
          </a:bodyPr>
          <a:lstStyle/>
          <a:p>
            <a:r>
              <a:rPr lang="en-US" sz="4400" b="1" dirty="0">
                <a:latin typeface="Times New Roman" panose="02020603050405020304" pitchFamily="18" charset="0"/>
                <a:cs typeface="Times New Roman" panose="02020603050405020304" pitchFamily="18" charset="0"/>
              </a:rPr>
              <a:t>Title: ML Based Intrusion Detection System for </a:t>
            </a:r>
            <a:r>
              <a:rPr lang="en-US" sz="4400" b="1" dirty="0" err="1">
                <a:latin typeface="Times New Roman" panose="02020603050405020304" pitchFamily="18" charset="0"/>
                <a:cs typeface="Times New Roman" panose="02020603050405020304" pitchFamily="18" charset="0"/>
              </a:rPr>
              <a:t>IoT</a:t>
            </a:r>
            <a:r>
              <a:rPr lang="en-US" sz="4400" b="1" dirty="0">
                <a:latin typeface="Times New Roman" panose="02020603050405020304" pitchFamily="18" charset="0"/>
                <a:cs typeface="Times New Roman" panose="02020603050405020304" pitchFamily="18" charset="0"/>
              </a:rPr>
              <a:t> Networks</a:t>
            </a:r>
          </a:p>
          <a:p>
            <a:r>
              <a:rPr lang="en-US" sz="3200" dirty="0">
                <a:latin typeface="Times New Roman" panose="02020603050405020304" pitchFamily="18" charset="0"/>
                <a:cs typeface="Times New Roman" panose="02020603050405020304" pitchFamily="18" charset="0"/>
              </a:rPr>
              <a:t>Senior Design Group: Sara Majid, Sarra Ghali, Meera Safar</a:t>
            </a:r>
          </a:p>
          <a:p>
            <a:r>
              <a:rPr lang="en-US" sz="3200" dirty="0">
                <a:latin typeface="Times New Roman" panose="02020603050405020304" pitchFamily="18" charset="0"/>
                <a:cs typeface="Times New Roman" panose="02020603050405020304" pitchFamily="18" charset="0"/>
              </a:rPr>
              <a:t>Supervisor: Dr. Ala’ Altaweel,  Mentor: Mohamad Abdallah Mohamad Abdallah</a:t>
            </a:r>
          </a:p>
          <a:p>
            <a:r>
              <a:rPr lang="en-US" sz="3200" dirty="0">
                <a:latin typeface="Times New Roman" panose="02020603050405020304" pitchFamily="18" charset="0"/>
                <a:cs typeface="Times New Roman" panose="02020603050405020304" pitchFamily="18" charset="0"/>
              </a:rPr>
              <a:t>Examination Committee: Prof. Mohamed </a:t>
            </a:r>
            <a:r>
              <a:rPr lang="en-US" sz="3200" dirty="0" err="1">
                <a:latin typeface="Times New Roman" panose="02020603050405020304" pitchFamily="18" charset="0"/>
                <a:cs typeface="Times New Roman" panose="02020603050405020304" pitchFamily="18" charset="0"/>
              </a:rPr>
              <a:t>Saad</a:t>
            </a:r>
            <a:r>
              <a:rPr lang="en-US" sz="3200" dirty="0">
                <a:latin typeface="Times New Roman" panose="02020603050405020304" pitchFamily="18" charset="0"/>
                <a:cs typeface="Times New Roman" panose="02020603050405020304" pitchFamily="18" charset="0"/>
              </a:rPr>
              <a:t>, Prof. </a:t>
            </a:r>
            <a:r>
              <a:rPr lang="en-US" sz="3200" dirty="0" err="1">
                <a:latin typeface="Times New Roman" panose="02020603050405020304" pitchFamily="18" charset="0"/>
                <a:cs typeface="Times New Roman" panose="02020603050405020304" pitchFamily="18" charset="0"/>
              </a:rPr>
              <a:t>Qassim</a:t>
            </a:r>
            <a:r>
              <a:rPr lang="en-US" sz="3200" dirty="0">
                <a:latin typeface="Times New Roman" panose="02020603050405020304" pitchFamily="18" charset="0"/>
                <a:cs typeface="Times New Roman" panose="02020603050405020304" pitchFamily="18" charset="0"/>
              </a:rPr>
              <a:t> Nasir </a:t>
            </a:r>
          </a:p>
          <a:p>
            <a:r>
              <a:rPr lang="en-US" sz="2400" i="1" dirty="0">
                <a:solidFill>
                  <a:schemeClr val="tx1">
                    <a:lumMod val="85000"/>
                    <a:lumOff val="15000"/>
                  </a:schemeClr>
                </a:solidFill>
                <a:latin typeface="Times New Roman" panose="02020603050405020304" pitchFamily="18" charset="0"/>
                <a:cs typeface="Times New Roman" panose="02020603050405020304" pitchFamily="18" charset="0"/>
              </a:rPr>
              <a:t>Affiliation: </a:t>
            </a:r>
            <a:r>
              <a:rPr lang="en-GB" sz="2400" i="1" dirty="0">
                <a:solidFill>
                  <a:schemeClr val="tx1">
                    <a:lumMod val="85000"/>
                    <a:lumOff val="15000"/>
                  </a:schemeClr>
                </a:solidFill>
                <a:latin typeface="Times New Roman" panose="02020603050405020304" pitchFamily="18" charset="0"/>
                <a:cs typeface="Times New Roman" panose="02020603050405020304" pitchFamily="18" charset="0"/>
              </a:rPr>
              <a:t>College of Computing and Informatics, Department of Computer Engineering</a:t>
            </a:r>
            <a:endParaRPr lang="en-US" sz="2400" i="1" dirty="0">
              <a:solidFill>
                <a:schemeClr val="tx1">
                  <a:lumMod val="85000"/>
                  <a:lumOff val="15000"/>
                </a:schemeClr>
              </a:solidFill>
              <a:latin typeface="Times New Roman" panose="02020603050405020304" pitchFamily="18" charset="0"/>
              <a:cs typeface="Times New Roman" panose="02020603050405020304" pitchFamily="18" charset="0"/>
            </a:endParaRPr>
          </a:p>
        </p:txBody>
      </p:sp>
      <p:sp>
        <p:nvSpPr>
          <p:cNvPr id="5" name="Rectangle 4"/>
          <p:cNvSpPr/>
          <p:nvPr/>
        </p:nvSpPr>
        <p:spPr>
          <a:xfrm>
            <a:off x="745956" y="4393075"/>
            <a:ext cx="5654843" cy="6141468"/>
          </a:xfrm>
          <a:prstGeom prst="rect">
            <a:avLst/>
          </a:prstGeom>
          <a:solidFill>
            <a:schemeClr val="accent3">
              <a:alpha val="2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just"/>
            <a:br>
              <a:rPr lang="en-GB" sz="2400" dirty="0">
                <a:solidFill>
                  <a:schemeClr val="tx1"/>
                </a:solidFill>
              </a:rPr>
            </a:br>
            <a:r>
              <a:rPr lang="en-GB" sz="2400" dirty="0">
                <a:solidFill>
                  <a:schemeClr val="tx1"/>
                </a:solidFill>
              </a:rPr>
              <a:t>The widespread use of smart devices exposes them to hacking risks, with over 15 billion connected to the internet in 2023 and expected to double soon. Various cyberattacks threaten the security and privacy of users, including </a:t>
            </a:r>
            <a:r>
              <a:rPr lang="en-GB" sz="2400" dirty="0" err="1">
                <a:solidFill>
                  <a:schemeClr val="tx1"/>
                </a:solidFill>
              </a:rPr>
              <a:t>DDoS</a:t>
            </a:r>
            <a:r>
              <a:rPr lang="en-GB" sz="2400" dirty="0">
                <a:solidFill>
                  <a:schemeClr val="tx1"/>
                </a:solidFill>
              </a:rPr>
              <a:t>, backdoor access, </a:t>
            </a:r>
            <a:r>
              <a:rPr lang="en-GB" sz="2400" dirty="0" err="1">
                <a:solidFill>
                  <a:schemeClr val="tx1"/>
                </a:solidFill>
              </a:rPr>
              <a:t>MiTM</a:t>
            </a:r>
            <a:r>
              <a:rPr lang="en-GB" sz="2400" dirty="0">
                <a:solidFill>
                  <a:schemeClr val="tx1"/>
                </a:solidFill>
              </a:rPr>
              <a:t> interception, SQL injection, and XSS. To address these risks, Intrusion Detection Systems (IDS) enhanced with Machine Learning (ML) are being developed. These systems aim to detect and mitigate attacks by analysing network traffic patterns. Testing in real-world environments will validate their effectiveness.</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21" name="Rectangle 20"/>
          <p:cNvSpPr/>
          <p:nvPr/>
        </p:nvSpPr>
        <p:spPr>
          <a:xfrm>
            <a:off x="745956" y="11658147"/>
            <a:ext cx="5654843" cy="11027291"/>
          </a:xfrm>
          <a:prstGeom prst="rect">
            <a:avLst/>
          </a:prstGeom>
          <a:solidFill>
            <a:schemeClr val="accent3">
              <a:alpha val="2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just"/>
            <a:r>
              <a:rPr lang="en-GB" sz="2400" dirty="0">
                <a:solidFill>
                  <a:schemeClr val="tx1"/>
                </a:solidFill>
              </a:rPr>
              <a:t>Our project utilizes Machine Learning to develop an Intrusion Detection System (IDS) for </a:t>
            </a:r>
            <a:r>
              <a:rPr lang="en-GB" sz="2400" dirty="0" err="1">
                <a:solidFill>
                  <a:schemeClr val="tx1"/>
                </a:solidFill>
              </a:rPr>
              <a:t>IoT</a:t>
            </a:r>
            <a:r>
              <a:rPr lang="en-GB" sz="2400" dirty="0">
                <a:solidFill>
                  <a:schemeClr val="tx1"/>
                </a:solidFill>
              </a:rPr>
              <a:t> networks, aiming to enhance security by detecting potential threats quickly and accurately. There are three main types of Machine Learning: Supervised learning, Unsupervised learning, and Reinforcement Learning. Intrusion Detection Systems (IDS) play a crucial role in protecting </a:t>
            </a:r>
            <a:r>
              <a:rPr lang="en-GB" sz="2400" dirty="0" err="1">
                <a:solidFill>
                  <a:schemeClr val="tx1"/>
                </a:solidFill>
              </a:rPr>
              <a:t>IoT</a:t>
            </a:r>
            <a:r>
              <a:rPr lang="en-GB" sz="2400" dirty="0">
                <a:solidFill>
                  <a:schemeClr val="tx1"/>
                </a:solidFill>
              </a:rPr>
              <a:t> networks and devices from unauthorized access and interference. Different types of IDS include Protocol-based IDS, Application Protocol-based IDS, and Hybrid IDS, each with specific monitoring capabilities. IDS can detect suspicious activities in various </a:t>
            </a:r>
            <a:r>
              <a:rPr lang="en-GB" sz="2400" dirty="0" err="1">
                <a:solidFill>
                  <a:schemeClr val="tx1"/>
                </a:solidFill>
              </a:rPr>
              <a:t>IoT</a:t>
            </a:r>
            <a:r>
              <a:rPr lang="en-GB" sz="2400" dirty="0">
                <a:solidFill>
                  <a:schemeClr val="tx1"/>
                </a:solidFill>
              </a:rPr>
              <a:t> devices. </a:t>
            </a:r>
            <a:r>
              <a:rPr lang="en-US" sz="2400" dirty="0">
                <a:solidFill>
                  <a:schemeClr val="tx1"/>
                </a:solidFill>
              </a:rPr>
              <a:t>To capture and analyze data packets in a network, Network sniffers are used. They can operate in different modes, such as Promiscuous Mode, Passive Mode, or Active Mode. Packet Capture Sniffers like Wireshark record data packets for analysis, while Wi-Fi Protocol Analyzers diagnose Wi-Fi network issues.</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22" name="Rectangle 21"/>
          <p:cNvSpPr/>
          <p:nvPr/>
        </p:nvSpPr>
        <p:spPr>
          <a:xfrm>
            <a:off x="745956" y="23817515"/>
            <a:ext cx="5654843" cy="4843169"/>
          </a:xfrm>
          <a:prstGeom prst="rect">
            <a:avLst/>
          </a:prstGeom>
          <a:solidFill>
            <a:schemeClr val="accent3">
              <a:alpha val="2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just"/>
            <a:br>
              <a:rPr lang="en-GB" sz="2400" dirty="0">
                <a:solidFill>
                  <a:schemeClr val="tx1"/>
                </a:solidFill>
              </a:rPr>
            </a:br>
            <a:r>
              <a:rPr lang="en-GB" sz="2400" dirty="0">
                <a:solidFill>
                  <a:schemeClr val="tx1"/>
                </a:solidFill>
              </a:rPr>
              <a:t>In summary, our project pioneers the integration of Machine Learning into an Intrusion Detection System (IDS) for </a:t>
            </a:r>
            <a:r>
              <a:rPr lang="en-GB" sz="2400" dirty="0" err="1">
                <a:solidFill>
                  <a:schemeClr val="tx1"/>
                </a:solidFill>
              </a:rPr>
              <a:t>IoT</a:t>
            </a:r>
            <a:r>
              <a:rPr lang="en-GB" sz="2400" dirty="0">
                <a:solidFill>
                  <a:schemeClr val="tx1"/>
                </a:solidFill>
              </a:rPr>
              <a:t> networks, enhancing security by swiftly identifying and mitigating potential threats. By leveraging advanced algorithms, we aim to safeguard connected devices and systems, contributing to the ongoing evolution of </a:t>
            </a:r>
            <a:r>
              <a:rPr lang="en-GB" sz="2400" dirty="0" err="1">
                <a:solidFill>
                  <a:schemeClr val="tx1"/>
                </a:solidFill>
              </a:rPr>
              <a:t>IoT</a:t>
            </a:r>
            <a:r>
              <a:rPr lang="en-GB" sz="2400" dirty="0">
                <a:solidFill>
                  <a:schemeClr val="tx1"/>
                </a:solidFill>
              </a:rPr>
              <a:t> security and fostering trust in connected technologies.</a:t>
            </a:r>
            <a:endParaRPr lang="en-US" sz="2400" dirty="0">
              <a:solidFill>
                <a:schemeClr val="tx1"/>
              </a:solidFill>
            </a:endParaRPr>
          </a:p>
        </p:txBody>
      </p:sp>
      <p:sp>
        <p:nvSpPr>
          <p:cNvPr id="7" name="TextBox 6"/>
          <p:cNvSpPr txBox="1"/>
          <p:nvPr/>
        </p:nvSpPr>
        <p:spPr>
          <a:xfrm>
            <a:off x="745956" y="3706939"/>
            <a:ext cx="5654843" cy="984885"/>
          </a:xfrm>
          <a:prstGeom prst="rect">
            <a:avLst/>
          </a:prstGeom>
          <a:noFill/>
          <a:ln>
            <a:solidFill>
              <a:schemeClr val="accent5">
                <a:lumMod val="60000"/>
                <a:lumOff val="40000"/>
              </a:schemeClr>
            </a:solidFill>
          </a:ln>
        </p:spPr>
        <p:txBody>
          <a:bodyPr wrap="square" rtlCol="0">
            <a:spAutoFit/>
          </a:bodyPr>
          <a:lstStyle/>
          <a:p>
            <a:r>
              <a:rPr lang="en-US" sz="4000" b="1" dirty="0">
                <a:ln w="0"/>
                <a:solidFill>
                  <a:schemeClr val="accent5">
                    <a:lumMod val="75000"/>
                  </a:schemeClr>
                </a:solidFill>
                <a:latin typeface="Times New Roman" panose="02020603050405020304" pitchFamily="18" charset="0"/>
                <a:cs typeface="Times New Roman" panose="02020603050405020304" pitchFamily="18" charset="0"/>
              </a:rPr>
              <a:t>Problem Statement</a:t>
            </a:r>
          </a:p>
          <a:p>
            <a:endParaRPr lang="en-US" dirty="0">
              <a:latin typeface="Garamond" panose="02020404030301010803" pitchFamily="18" charset="0"/>
            </a:endParaRPr>
          </a:p>
        </p:txBody>
      </p:sp>
      <p:sp>
        <p:nvSpPr>
          <p:cNvPr id="25" name="TextBox 24"/>
          <p:cNvSpPr txBox="1"/>
          <p:nvPr/>
        </p:nvSpPr>
        <p:spPr>
          <a:xfrm>
            <a:off x="745956" y="10963418"/>
            <a:ext cx="5654843" cy="1323439"/>
          </a:xfrm>
          <a:prstGeom prst="rect">
            <a:avLst/>
          </a:prstGeom>
          <a:noFill/>
        </p:spPr>
        <p:txBody>
          <a:bodyPr wrap="square" rtlCol="0">
            <a:spAutoFit/>
          </a:bodyPr>
          <a:lstStyle>
            <a:defPPr>
              <a:defRPr lang="en-US"/>
            </a:defPPr>
            <a:lvl1pPr>
              <a:defRPr sz="4000" b="1">
                <a:ln w="0"/>
                <a:solidFill>
                  <a:srgbClr val="FB8C51"/>
                </a:solidFill>
                <a:latin typeface="Times New Roman" panose="02020603050405020304" pitchFamily="18" charset="0"/>
                <a:cs typeface="Times New Roman" panose="02020603050405020304" pitchFamily="18" charset="0"/>
              </a:defRPr>
            </a:lvl1pPr>
          </a:lstStyle>
          <a:p>
            <a:r>
              <a:rPr lang="en-US" dirty="0">
                <a:solidFill>
                  <a:schemeClr val="accent5">
                    <a:lumMod val="75000"/>
                  </a:schemeClr>
                </a:solidFill>
              </a:rPr>
              <a:t>Technical Background</a:t>
            </a:r>
          </a:p>
          <a:p>
            <a:endParaRPr lang="en-US" dirty="0"/>
          </a:p>
        </p:txBody>
      </p:sp>
      <p:sp>
        <p:nvSpPr>
          <p:cNvPr id="26" name="TextBox 25"/>
          <p:cNvSpPr txBox="1"/>
          <p:nvPr/>
        </p:nvSpPr>
        <p:spPr>
          <a:xfrm>
            <a:off x="745956" y="23114313"/>
            <a:ext cx="5654843" cy="1323439"/>
          </a:xfrm>
          <a:prstGeom prst="rect">
            <a:avLst/>
          </a:prstGeom>
          <a:noFill/>
        </p:spPr>
        <p:txBody>
          <a:bodyPr wrap="square" rtlCol="0">
            <a:spAutoFit/>
          </a:bodyPr>
          <a:lstStyle>
            <a:defPPr>
              <a:defRPr lang="en-US"/>
            </a:defPPr>
            <a:lvl1pPr>
              <a:defRPr sz="4000" b="1">
                <a:ln w="0"/>
                <a:solidFill>
                  <a:srgbClr val="FB8C51"/>
                </a:solidFill>
                <a:latin typeface="Times New Roman" panose="02020603050405020304" pitchFamily="18" charset="0"/>
                <a:cs typeface="Times New Roman" panose="02020603050405020304" pitchFamily="18" charset="0"/>
              </a:defRPr>
            </a:lvl1pPr>
          </a:lstStyle>
          <a:p>
            <a:r>
              <a:rPr lang="en-US" dirty="0">
                <a:solidFill>
                  <a:schemeClr val="accent5">
                    <a:lumMod val="75000"/>
                  </a:schemeClr>
                </a:solidFill>
              </a:rPr>
              <a:t>Conclusion</a:t>
            </a:r>
          </a:p>
          <a:p>
            <a:endParaRPr lang="en-US" dirty="0"/>
          </a:p>
        </p:txBody>
      </p:sp>
      <p:sp>
        <p:nvSpPr>
          <p:cNvPr id="27" name="TextBox 26"/>
          <p:cNvSpPr txBox="1"/>
          <p:nvPr/>
        </p:nvSpPr>
        <p:spPr>
          <a:xfrm>
            <a:off x="6750542" y="3706939"/>
            <a:ext cx="12909058" cy="707886"/>
          </a:xfrm>
          <a:prstGeom prst="rect">
            <a:avLst/>
          </a:prstGeom>
          <a:noFill/>
        </p:spPr>
        <p:txBody>
          <a:bodyPr wrap="square" rtlCol="0">
            <a:spAutoFit/>
          </a:bodyPr>
          <a:lstStyle/>
          <a:p>
            <a:r>
              <a:rPr lang="en-US" sz="4000" b="1" dirty="0">
                <a:ln w="0"/>
                <a:solidFill>
                  <a:schemeClr val="tx1">
                    <a:lumMod val="75000"/>
                    <a:lumOff val="25000"/>
                  </a:schemeClr>
                </a:solidFill>
                <a:latin typeface="Times New Roman" panose="02020603050405020304" pitchFamily="18" charset="0"/>
                <a:cs typeface="Times New Roman" panose="02020603050405020304" pitchFamily="18" charset="0"/>
              </a:rPr>
              <a:t>THEORY / METHODS</a:t>
            </a:r>
            <a:endParaRPr lang="en-US" sz="4000" b="1" dirty="0">
              <a:ln w="0"/>
              <a:solidFill>
                <a:schemeClr val="accent2"/>
              </a:solidFill>
              <a:latin typeface="Times New Roman" panose="02020603050405020304" pitchFamily="18" charset="0"/>
              <a:cs typeface="Times New Roman" panose="02020603050405020304" pitchFamily="18" charset="0"/>
            </a:endParaRPr>
          </a:p>
        </p:txBody>
      </p:sp>
      <p:sp>
        <p:nvSpPr>
          <p:cNvPr id="30" name="Rectangle 29"/>
          <p:cNvSpPr/>
          <p:nvPr/>
        </p:nvSpPr>
        <p:spPr>
          <a:xfrm>
            <a:off x="6750542" y="4393075"/>
            <a:ext cx="13534701" cy="3230602"/>
          </a:xfrm>
          <a:prstGeom prst="rect">
            <a:avLst/>
          </a:prstGeom>
          <a:solidFill>
            <a:schemeClr val="bg1">
              <a:alpha val="2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just"/>
            <a:r>
              <a:rPr lang="en-GB" sz="2400" dirty="0">
                <a:ln w="0"/>
                <a:solidFill>
                  <a:schemeClr val="tx1">
                    <a:lumMod val="75000"/>
                    <a:lumOff val="25000"/>
                  </a:schemeClr>
                </a:solidFill>
                <a:latin typeface="Times New Roman" panose="02020603050405020304" pitchFamily="18" charset="0"/>
                <a:cs typeface="Times New Roman" panose="02020603050405020304" pitchFamily="18" charset="0"/>
              </a:rPr>
              <a:t>In the domain of network security for IoT, our approach integrates robust machine learning models to discern between benign traffic and potential threats. The foundation of our methodology is rooted in leveraging a dataset representing a blend of regular IoT device activity and common attack patterns, such as DDoS, MITM, and data breaches. From this data, we meticulously curated features with the potential to reveal malicious intent, focusing on network traffic attributes indicative of anomalous behavior.</a:t>
            </a:r>
          </a:p>
          <a:p>
            <a:pPr algn="just"/>
            <a:r>
              <a:rPr lang="en-GB" sz="2400" dirty="0">
                <a:ln w="0"/>
                <a:solidFill>
                  <a:schemeClr val="tx1">
                    <a:lumMod val="75000"/>
                    <a:lumOff val="25000"/>
                  </a:schemeClr>
                </a:solidFill>
                <a:latin typeface="Times New Roman" panose="02020603050405020304" pitchFamily="18" charset="0"/>
                <a:cs typeface="Times New Roman" panose="02020603050405020304" pitchFamily="18" charset="0"/>
              </a:rPr>
              <a:t>The machine learning algorithms of choice, SVM and Random Forest, were meticulously trained with a dataset </a:t>
            </a:r>
            <a:r>
              <a:rPr lang="en-GB" sz="2400" dirty="0" err="1">
                <a:ln w="0"/>
                <a:solidFill>
                  <a:schemeClr val="tx1">
                    <a:lumMod val="75000"/>
                    <a:lumOff val="25000"/>
                  </a:schemeClr>
                </a:solidFill>
                <a:latin typeface="Times New Roman" panose="02020603050405020304" pitchFamily="18" charset="0"/>
                <a:cs typeface="Times New Roman" panose="02020603050405020304" pitchFamily="18" charset="0"/>
              </a:rPr>
              <a:t>preprocessed</a:t>
            </a:r>
            <a:r>
              <a:rPr lang="en-GB" sz="2400" dirty="0">
                <a:ln w="0"/>
                <a:solidFill>
                  <a:schemeClr val="tx1">
                    <a:lumMod val="75000"/>
                    <a:lumOff val="25000"/>
                  </a:schemeClr>
                </a:solidFill>
                <a:latin typeface="Times New Roman" panose="02020603050405020304" pitchFamily="18" charset="0"/>
                <a:cs typeface="Times New Roman" panose="02020603050405020304" pitchFamily="18" charset="0"/>
              </a:rPr>
              <a:t> to scale features and eliminate redundancies. The former's capability to handle high-dimensional data and the latter's proficiency in classification through ensemble learning offer a complementary </a:t>
            </a:r>
            <a:r>
              <a:rPr lang="en-GB" sz="2400" dirty="0" err="1">
                <a:ln w="0"/>
                <a:solidFill>
                  <a:schemeClr val="tx1">
                    <a:lumMod val="75000"/>
                    <a:lumOff val="25000"/>
                  </a:schemeClr>
                </a:solidFill>
                <a:latin typeface="Times New Roman" panose="02020603050405020304" pitchFamily="18" charset="0"/>
                <a:cs typeface="Times New Roman" panose="02020603050405020304" pitchFamily="18" charset="0"/>
              </a:rPr>
              <a:t>defense</a:t>
            </a:r>
            <a:r>
              <a:rPr lang="en-GB" sz="2400" dirty="0">
                <a:ln w="0"/>
                <a:solidFill>
                  <a:schemeClr val="tx1">
                    <a:lumMod val="75000"/>
                    <a:lumOff val="25000"/>
                  </a:schemeClr>
                </a:solidFill>
                <a:latin typeface="Times New Roman" panose="02020603050405020304" pitchFamily="18" charset="0"/>
                <a:cs typeface="Times New Roman" panose="02020603050405020304" pitchFamily="18" charset="0"/>
              </a:rPr>
              <a:t> mechanism against cyber threats.</a:t>
            </a:r>
            <a:endParaRPr lang="en-US" dirty="0">
              <a:solidFill>
                <a:schemeClr val="tx1">
                  <a:lumMod val="75000"/>
                  <a:lumOff val="25000"/>
                </a:schemeClr>
              </a:solidFill>
            </a:endParaRPr>
          </a:p>
        </p:txBody>
      </p:sp>
      <p:sp>
        <p:nvSpPr>
          <p:cNvPr id="31" name="TextBox 30"/>
          <p:cNvSpPr txBox="1"/>
          <p:nvPr/>
        </p:nvSpPr>
        <p:spPr>
          <a:xfrm>
            <a:off x="6750542" y="7556896"/>
            <a:ext cx="12909058" cy="707886"/>
          </a:xfrm>
          <a:prstGeom prst="rect">
            <a:avLst/>
          </a:prstGeom>
          <a:noFill/>
        </p:spPr>
        <p:txBody>
          <a:bodyPr wrap="square" rtlCol="0">
            <a:spAutoFit/>
          </a:bodyPr>
          <a:lstStyle/>
          <a:p>
            <a:r>
              <a:rPr lang="en-US" sz="4000" b="1" dirty="0">
                <a:ln w="0"/>
                <a:solidFill>
                  <a:schemeClr val="tx1">
                    <a:lumMod val="75000"/>
                    <a:lumOff val="25000"/>
                  </a:schemeClr>
                </a:solidFill>
                <a:latin typeface="Times New Roman" panose="02020603050405020304" pitchFamily="18" charset="0"/>
                <a:cs typeface="Times New Roman" panose="02020603050405020304" pitchFamily="18" charset="0"/>
              </a:rPr>
              <a:t>SETUP, EXPERIMENTAL</a:t>
            </a:r>
            <a:endParaRPr lang="en-US" sz="4000" b="1" dirty="0">
              <a:ln w="0"/>
              <a:solidFill>
                <a:schemeClr val="accent2"/>
              </a:solidFill>
              <a:latin typeface="Times New Roman" panose="02020603050405020304" pitchFamily="18" charset="0"/>
              <a:cs typeface="Times New Roman" panose="02020603050405020304" pitchFamily="18" charset="0"/>
            </a:endParaRPr>
          </a:p>
        </p:txBody>
      </p:sp>
      <p:sp>
        <p:nvSpPr>
          <p:cNvPr id="32" name="Rectangle 31"/>
          <p:cNvSpPr/>
          <p:nvPr/>
        </p:nvSpPr>
        <p:spPr>
          <a:xfrm>
            <a:off x="6726896" y="8243032"/>
            <a:ext cx="13558347" cy="2731625"/>
          </a:xfrm>
          <a:prstGeom prst="rect">
            <a:avLst/>
          </a:prstGeom>
          <a:solidFill>
            <a:schemeClr val="bg1">
              <a:alpha val="2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just"/>
            <a:r>
              <a:rPr lang="en-GB" sz="2400" dirty="0">
                <a:ln w="0"/>
                <a:solidFill>
                  <a:schemeClr val="tx1">
                    <a:lumMod val="75000"/>
                    <a:lumOff val="25000"/>
                  </a:schemeClr>
                </a:solidFill>
                <a:latin typeface="Times New Roman" panose="02020603050405020304" pitchFamily="18" charset="0"/>
                <a:cs typeface="Times New Roman" panose="02020603050405020304" pitchFamily="18" charset="0"/>
              </a:rPr>
              <a:t>Our experimental setup mimics a real-world IoT environment to validate the efficacy of our intrusion detection system. Utilizing a virtual network sandbox, we simulated IoT device traffic and superimposed a variety of attack scenarios to rigorously test our models' detection capabilities. The SVM and Random Forest classifiers, having been trained on a rich dataset, were then deployed to monitor and analyze the traffic. We leveraged </a:t>
            </a:r>
            <a:r>
              <a:rPr lang="en-GB" sz="2400" dirty="0" err="1">
                <a:ln w="0"/>
                <a:solidFill>
                  <a:schemeClr val="tx1">
                    <a:lumMod val="75000"/>
                    <a:lumOff val="25000"/>
                  </a:schemeClr>
                </a:solidFill>
                <a:latin typeface="Times New Roman" panose="02020603050405020304" pitchFamily="18" charset="0"/>
                <a:cs typeface="Times New Roman" panose="02020603050405020304" pitchFamily="18" charset="0"/>
              </a:rPr>
              <a:t>Scapy</a:t>
            </a:r>
            <a:r>
              <a:rPr lang="en-GB" sz="2400" dirty="0">
                <a:ln w="0"/>
                <a:solidFill>
                  <a:schemeClr val="tx1">
                    <a:lumMod val="75000"/>
                    <a:lumOff val="25000"/>
                  </a:schemeClr>
                </a:solidFill>
                <a:latin typeface="Times New Roman" panose="02020603050405020304" pitchFamily="18" charset="0"/>
                <a:cs typeface="Times New Roman" panose="02020603050405020304" pitchFamily="18" charset="0"/>
              </a:rPr>
              <a:t> for packet capturing and feature extraction, while the Socket programming facilitated a testbed for live data traffic handling. Through this setup, we simulated authentic traffic patterns to assess model performance under dynamic conditions.</a:t>
            </a:r>
            <a:endParaRPr lang="en-US" dirty="0">
              <a:solidFill>
                <a:schemeClr val="tx1">
                  <a:lumMod val="75000"/>
                  <a:lumOff val="25000"/>
                </a:schemeClr>
              </a:solidFill>
            </a:endParaRPr>
          </a:p>
        </p:txBody>
      </p:sp>
      <p:sp>
        <p:nvSpPr>
          <p:cNvPr id="33" name="Rectangle 32"/>
          <p:cNvSpPr/>
          <p:nvPr/>
        </p:nvSpPr>
        <p:spPr>
          <a:xfrm>
            <a:off x="15574530" y="11579319"/>
            <a:ext cx="4710714" cy="6430804"/>
          </a:xfrm>
          <a:prstGeom prst="rect">
            <a:avLst/>
          </a:prstGeom>
          <a:solidFill>
            <a:schemeClr val="accent3">
              <a:alpha val="2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just"/>
            <a:r>
              <a:rPr lang="en-GB" sz="2400" dirty="0">
                <a:solidFill>
                  <a:schemeClr val="tx1"/>
                </a:solidFill>
              </a:rPr>
              <a:t>In our discussions, we navigated the delicate balance between sensitivity and specificity of ML models in IDS. SVM's precision stood out, though it occasionally missed true threats, highlighting the complexity of maintaining robust security without hindering network functionality. The challenges in model deployment, particularly feature extraction accuracy, emphasized the necessity of precise model training to reflect real-world conditions. These insights will guide future enhancements, focusing on optimizing model reliability for practical IoT security applications.</a:t>
            </a:r>
            <a:endParaRPr lang="en-US" sz="2400" b="1" dirty="0">
              <a:ln w="0"/>
              <a:solidFill>
                <a:schemeClr val="tx1"/>
              </a:solidFill>
              <a:latin typeface="Times New Roman" panose="02020603050405020304" pitchFamily="18" charset="0"/>
              <a:cs typeface="Times New Roman" panose="02020603050405020304" pitchFamily="18" charset="0"/>
            </a:endParaRPr>
          </a:p>
        </p:txBody>
      </p:sp>
      <p:sp>
        <p:nvSpPr>
          <p:cNvPr id="34" name="TextBox 33"/>
          <p:cNvSpPr txBox="1"/>
          <p:nvPr/>
        </p:nvSpPr>
        <p:spPr>
          <a:xfrm>
            <a:off x="15499412" y="10812228"/>
            <a:ext cx="3744602" cy="707886"/>
          </a:xfrm>
          <a:prstGeom prst="rect">
            <a:avLst/>
          </a:prstGeom>
          <a:noFill/>
        </p:spPr>
        <p:txBody>
          <a:bodyPr wrap="square" rtlCol="0">
            <a:spAutoFit/>
          </a:bodyPr>
          <a:lstStyle>
            <a:defPPr>
              <a:defRPr lang="en-US"/>
            </a:defPPr>
            <a:lvl1pPr>
              <a:defRPr sz="3600" b="1">
                <a:ln w="0"/>
                <a:solidFill>
                  <a:schemeClr val="tx1">
                    <a:lumMod val="75000"/>
                    <a:lumOff val="25000"/>
                  </a:schemeClr>
                </a:solidFill>
                <a:latin typeface="Times New Roman" panose="02020603050405020304" pitchFamily="18" charset="0"/>
                <a:cs typeface="Times New Roman" panose="02020603050405020304" pitchFamily="18" charset="0"/>
              </a:defRPr>
            </a:lvl1pPr>
          </a:lstStyle>
          <a:p>
            <a:r>
              <a:rPr lang="en-US" sz="4000" dirty="0"/>
              <a:t>DISCUSSIONS</a:t>
            </a:r>
          </a:p>
        </p:txBody>
      </p:sp>
      <p:sp>
        <p:nvSpPr>
          <p:cNvPr id="35" name="TextBox 34"/>
          <p:cNvSpPr txBox="1"/>
          <p:nvPr/>
        </p:nvSpPr>
        <p:spPr>
          <a:xfrm>
            <a:off x="6750542" y="10963418"/>
            <a:ext cx="5654843" cy="1261884"/>
          </a:xfrm>
          <a:prstGeom prst="rect">
            <a:avLst/>
          </a:prstGeom>
          <a:noFill/>
        </p:spPr>
        <p:txBody>
          <a:bodyPr wrap="square" rtlCol="0">
            <a:spAutoFit/>
          </a:bodyPr>
          <a:lstStyle>
            <a:defPPr>
              <a:defRPr lang="en-US"/>
            </a:defPPr>
            <a:lvl1pPr>
              <a:defRPr sz="3600" b="1">
                <a:ln w="0"/>
                <a:solidFill>
                  <a:schemeClr val="tx1">
                    <a:lumMod val="75000"/>
                    <a:lumOff val="25000"/>
                  </a:schemeClr>
                </a:solidFill>
                <a:latin typeface="Times New Roman" panose="02020603050405020304" pitchFamily="18" charset="0"/>
                <a:cs typeface="Times New Roman" panose="02020603050405020304" pitchFamily="18" charset="0"/>
              </a:defRPr>
            </a:lvl1pPr>
          </a:lstStyle>
          <a:p>
            <a:r>
              <a:rPr lang="en-US" sz="4000" dirty="0"/>
              <a:t>RESULTS</a:t>
            </a:r>
          </a:p>
          <a:p>
            <a:endParaRPr lang="en-US" dirty="0"/>
          </a:p>
        </p:txBody>
      </p:sp>
      <p:sp>
        <p:nvSpPr>
          <p:cNvPr id="36" name="Rectangle 35"/>
          <p:cNvSpPr/>
          <p:nvPr/>
        </p:nvSpPr>
        <p:spPr>
          <a:xfrm>
            <a:off x="6726896" y="11658146"/>
            <a:ext cx="8521537" cy="4034812"/>
          </a:xfrm>
          <a:prstGeom prst="rect">
            <a:avLst/>
          </a:prstGeom>
          <a:solidFill>
            <a:schemeClr val="bg1">
              <a:alpha val="2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just"/>
            <a:r>
              <a:rPr lang="en-GB" sz="2400" dirty="0">
                <a:ln w="0"/>
                <a:solidFill>
                  <a:schemeClr val="tx1">
                    <a:lumMod val="75000"/>
                    <a:lumOff val="25000"/>
                  </a:schemeClr>
                </a:solidFill>
                <a:latin typeface="Times New Roman" panose="02020603050405020304" pitchFamily="18" charset="0"/>
                <a:cs typeface="Times New Roman" panose="02020603050405020304" pitchFamily="18" charset="0"/>
              </a:rPr>
              <a:t>The deployment of our ML-based IDS yielded promising outcomes. In testing, the SVM model emerged with a remarkable precision, showcasing its strength in distinguishing true positive detections from false positives. It exhibited a notably high accuracy rate, corroborating the model's capability to generalize from the training data to real-world traffic. On the other hand, the Random Forest classifier demonstrated superior recall, ensuring that the majority of actual attacks were correctly identified. These results were quantified through precision-recall curves and confusion matrices, illustrating the models' robustness in detecting various attack types in the IoT landscape.</a:t>
            </a:r>
            <a:endParaRPr lang="en-US" sz="24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46" name="TextBox 45">
            <a:extLst>
              <a:ext uri="{FF2B5EF4-FFF2-40B4-BE49-F238E27FC236}">
                <a16:creationId xmlns:a16="http://schemas.microsoft.com/office/drawing/2014/main" id="{120F0BED-B197-4513-AD19-DD501A065827}"/>
              </a:ext>
            </a:extLst>
          </p:cNvPr>
          <p:cNvSpPr txBox="1"/>
          <p:nvPr/>
        </p:nvSpPr>
        <p:spPr>
          <a:xfrm>
            <a:off x="745956" y="29196604"/>
            <a:ext cx="5654843" cy="978596"/>
          </a:xfrm>
          <a:prstGeom prst="rect">
            <a:avLst/>
          </a:prstGeom>
          <a:solidFill>
            <a:schemeClr val="accent5">
              <a:lumMod val="60000"/>
              <a:lumOff val="40000"/>
              <a:alpha val="85000"/>
            </a:schemeClr>
          </a:solidFill>
          <a:ln>
            <a:solidFill>
              <a:schemeClr val="accent5">
                <a:lumMod val="60000"/>
                <a:lumOff val="40000"/>
              </a:schemeClr>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lstStyle>
          <a:p>
            <a:endParaRPr lang="en-US" dirty="0"/>
          </a:p>
        </p:txBody>
      </p:sp>
      <p:pic>
        <p:nvPicPr>
          <p:cNvPr id="4" name="Picture 3" descr="A blue and white logo&#10;&#10;Description automatically generated">
            <a:extLst>
              <a:ext uri="{FF2B5EF4-FFF2-40B4-BE49-F238E27FC236}">
                <a16:creationId xmlns:a16="http://schemas.microsoft.com/office/drawing/2014/main" id="{3889C849-832B-9B9E-934B-1D75E378B6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79812" y="59421"/>
            <a:ext cx="5899136" cy="1571297"/>
          </a:xfrm>
          <a:prstGeom prst="rect">
            <a:avLst/>
          </a:prstGeom>
        </p:spPr>
      </p:pic>
      <p:pic>
        <p:nvPicPr>
          <p:cNvPr id="8" name="Picture 7">
            <a:extLst>
              <a:ext uri="{FF2B5EF4-FFF2-40B4-BE49-F238E27FC236}">
                <a16:creationId xmlns:a16="http://schemas.microsoft.com/office/drawing/2014/main" id="{6ABB21DB-5152-7A8E-FFEC-716DB8BBDA12}"/>
              </a:ext>
            </a:extLst>
          </p:cNvPr>
          <p:cNvPicPr>
            <a:picLocks noChangeAspect="1"/>
          </p:cNvPicPr>
          <p:nvPr/>
        </p:nvPicPr>
        <p:blipFill>
          <a:blip r:embed="rId3"/>
          <a:stretch>
            <a:fillRect/>
          </a:stretch>
        </p:blipFill>
        <p:spPr>
          <a:xfrm>
            <a:off x="7790797" y="16718720"/>
            <a:ext cx="6495554" cy="2870128"/>
          </a:xfrm>
          <a:prstGeom prst="rect">
            <a:avLst/>
          </a:prstGeom>
        </p:spPr>
      </p:pic>
      <p:pic>
        <p:nvPicPr>
          <p:cNvPr id="11" name="Picture 10">
            <a:extLst>
              <a:ext uri="{FF2B5EF4-FFF2-40B4-BE49-F238E27FC236}">
                <a16:creationId xmlns:a16="http://schemas.microsoft.com/office/drawing/2014/main" id="{87053556-DFE0-3C57-C033-0A594C3CCEE5}"/>
              </a:ext>
            </a:extLst>
          </p:cNvPr>
          <p:cNvPicPr>
            <a:picLocks noChangeAspect="1"/>
          </p:cNvPicPr>
          <p:nvPr/>
        </p:nvPicPr>
        <p:blipFill>
          <a:blip r:embed="rId4"/>
          <a:stretch>
            <a:fillRect/>
          </a:stretch>
        </p:blipFill>
        <p:spPr>
          <a:xfrm>
            <a:off x="8480728" y="20515359"/>
            <a:ext cx="5013873" cy="2299181"/>
          </a:xfrm>
          <a:prstGeom prst="rect">
            <a:avLst/>
          </a:prstGeom>
        </p:spPr>
      </p:pic>
      <p:sp>
        <p:nvSpPr>
          <p:cNvPr id="12" name="TextBox 11">
            <a:extLst>
              <a:ext uri="{FF2B5EF4-FFF2-40B4-BE49-F238E27FC236}">
                <a16:creationId xmlns:a16="http://schemas.microsoft.com/office/drawing/2014/main" id="{7E36A24C-A447-A8AB-847A-AABE0E1181C4}"/>
              </a:ext>
            </a:extLst>
          </p:cNvPr>
          <p:cNvSpPr txBox="1"/>
          <p:nvPr/>
        </p:nvSpPr>
        <p:spPr>
          <a:xfrm>
            <a:off x="7381101" y="16195500"/>
            <a:ext cx="7213126" cy="523220"/>
          </a:xfrm>
          <a:prstGeom prst="rect">
            <a:avLst/>
          </a:prstGeom>
          <a:noFill/>
        </p:spPr>
        <p:txBody>
          <a:bodyPr wrap="square" rtlCol="0">
            <a:spAutoFit/>
          </a:bodyPr>
          <a:lstStyle/>
          <a:p>
            <a:pPr algn="ctr"/>
            <a:r>
              <a:rPr lang="en-GB" sz="2800" b="0" i="0" dirty="0">
                <a:effectLst/>
                <a:highlight>
                  <a:srgbClr val="FFFFFF"/>
                </a:highlight>
              </a:rPr>
              <a:t>SVM Model Training and Testing Result</a:t>
            </a:r>
            <a:endParaRPr lang="en-AE" sz="2800" dirty="0"/>
          </a:p>
        </p:txBody>
      </p:sp>
      <p:sp>
        <p:nvSpPr>
          <p:cNvPr id="14" name="TextBox 13">
            <a:extLst>
              <a:ext uri="{FF2B5EF4-FFF2-40B4-BE49-F238E27FC236}">
                <a16:creationId xmlns:a16="http://schemas.microsoft.com/office/drawing/2014/main" id="{BA0CC1E0-DCCC-F263-9FEA-41D79741E90F}"/>
              </a:ext>
            </a:extLst>
          </p:cNvPr>
          <p:cNvSpPr txBox="1"/>
          <p:nvPr/>
        </p:nvSpPr>
        <p:spPr>
          <a:xfrm>
            <a:off x="8981554" y="19992139"/>
            <a:ext cx="4081168" cy="523220"/>
          </a:xfrm>
          <a:prstGeom prst="rect">
            <a:avLst/>
          </a:prstGeom>
          <a:noFill/>
        </p:spPr>
        <p:txBody>
          <a:bodyPr wrap="square" rtlCol="0">
            <a:spAutoFit/>
          </a:bodyPr>
          <a:lstStyle/>
          <a:p>
            <a:pPr algn="ctr"/>
            <a:r>
              <a:rPr lang="en-GB" sz="2800" b="0" i="0" dirty="0">
                <a:effectLst/>
                <a:highlight>
                  <a:srgbClr val="FFFFFF"/>
                </a:highlight>
              </a:rPr>
              <a:t>Classification Report</a:t>
            </a:r>
            <a:endParaRPr lang="en-AE" sz="2800" dirty="0"/>
          </a:p>
        </p:txBody>
      </p:sp>
      <p:pic>
        <p:nvPicPr>
          <p:cNvPr id="16" name="Picture 15">
            <a:extLst>
              <a:ext uri="{FF2B5EF4-FFF2-40B4-BE49-F238E27FC236}">
                <a16:creationId xmlns:a16="http://schemas.microsoft.com/office/drawing/2014/main" id="{8FEAB548-3E45-A97C-69DA-448C986A8D22}"/>
              </a:ext>
            </a:extLst>
          </p:cNvPr>
          <p:cNvPicPr>
            <a:picLocks noChangeAspect="1"/>
          </p:cNvPicPr>
          <p:nvPr/>
        </p:nvPicPr>
        <p:blipFill>
          <a:blip r:embed="rId5"/>
          <a:stretch>
            <a:fillRect/>
          </a:stretch>
        </p:blipFill>
        <p:spPr>
          <a:xfrm>
            <a:off x="6959600" y="23797694"/>
            <a:ext cx="8288833" cy="6203674"/>
          </a:xfrm>
          <a:prstGeom prst="rect">
            <a:avLst/>
          </a:prstGeom>
        </p:spPr>
      </p:pic>
      <p:pic>
        <p:nvPicPr>
          <p:cNvPr id="17" name="Picture 16">
            <a:extLst>
              <a:ext uri="{FF2B5EF4-FFF2-40B4-BE49-F238E27FC236}">
                <a16:creationId xmlns:a16="http://schemas.microsoft.com/office/drawing/2014/main" id="{91E158A8-0B97-E813-3E5C-1679C66154AE}"/>
              </a:ext>
            </a:extLst>
          </p:cNvPr>
          <p:cNvPicPr>
            <a:picLocks noChangeAspect="1"/>
          </p:cNvPicPr>
          <p:nvPr/>
        </p:nvPicPr>
        <p:blipFill>
          <a:blip r:embed="rId6"/>
          <a:stretch>
            <a:fillRect/>
          </a:stretch>
        </p:blipFill>
        <p:spPr>
          <a:xfrm>
            <a:off x="15581362" y="18433748"/>
            <a:ext cx="4703881" cy="6284935"/>
          </a:xfrm>
          <a:prstGeom prst="rect">
            <a:avLst/>
          </a:prstGeom>
        </p:spPr>
      </p:pic>
      <p:sp>
        <p:nvSpPr>
          <p:cNvPr id="2" name="TextBox 1">
            <a:extLst>
              <a:ext uri="{FF2B5EF4-FFF2-40B4-BE49-F238E27FC236}">
                <a16:creationId xmlns:a16="http://schemas.microsoft.com/office/drawing/2014/main" id="{650A0138-D70D-D953-3B01-0AEBC86205DC}"/>
              </a:ext>
            </a:extLst>
          </p:cNvPr>
          <p:cNvSpPr txBox="1"/>
          <p:nvPr/>
        </p:nvSpPr>
        <p:spPr>
          <a:xfrm>
            <a:off x="11685069" y="18686440"/>
            <a:ext cx="1010653" cy="461665"/>
          </a:xfrm>
          <a:prstGeom prst="rect">
            <a:avLst/>
          </a:prstGeom>
          <a:solidFill>
            <a:schemeClr val="bg1"/>
          </a:solidFill>
        </p:spPr>
        <p:txBody>
          <a:bodyPr wrap="square" rtlCol="0">
            <a:spAutoFit/>
          </a:bodyPr>
          <a:lstStyle/>
          <a:p>
            <a:r>
              <a:rPr lang="en-GB" sz="2400" dirty="0">
                <a:latin typeface="Calisto MT" panose="02040603050505030304" pitchFamily="18" charset="0"/>
              </a:rPr>
              <a:t>99.9%</a:t>
            </a:r>
            <a:endParaRPr lang="en-AE" sz="2400" dirty="0">
              <a:latin typeface="Calisto MT" panose="02040603050505030304" pitchFamily="18" charset="0"/>
            </a:endParaRPr>
          </a:p>
        </p:txBody>
      </p:sp>
    </p:spTree>
    <p:extLst>
      <p:ext uri="{BB962C8B-B14F-4D97-AF65-F5344CB8AC3E}">
        <p14:creationId xmlns:p14="http://schemas.microsoft.com/office/powerpoint/2010/main" val="116775238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0b79772a-82d6-468a-86d6-22ff1101ba48}" enabled="1" method="Privileged" siteId="{e0ba2eba-5425-4d9b-b24b-f0f4845bcf62}" contentBits="0" removed="0"/>
</clbl:labelList>
</file>

<file path=docProps/app.xml><?xml version="1.0" encoding="utf-8"?>
<Properties xmlns="http://schemas.openxmlformats.org/officeDocument/2006/extended-properties" xmlns:vt="http://schemas.openxmlformats.org/officeDocument/2006/docPropsVTypes">
  <Template>Office Theme</Template>
  <TotalTime>15867</TotalTime>
  <Words>838</Words>
  <Application>Microsoft Office PowerPoint</Application>
  <PresentationFormat>Custom</PresentationFormat>
  <Paragraphs>23</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Calisto MT</vt:lpstr>
      <vt:lpstr>Garamond</vt:lpstr>
      <vt:lpstr>Times New Roman</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Ahmed Al-Shammaa</dc:creator>
  <cp:lastModifiedBy>Sarra  Ghali</cp:lastModifiedBy>
  <cp:revision>40</cp:revision>
  <dcterms:created xsi:type="dcterms:W3CDTF">2020-07-12T18:25:01Z</dcterms:created>
  <dcterms:modified xsi:type="dcterms:W3CDTF">2024-04-21T09:02:56Z</dcterms:modified>
</cp:coreProperties>
</file>